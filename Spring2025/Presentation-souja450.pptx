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4737" r:id="rId16"/>
  </p:sldMasterIdLst>
  <p:notesMasterIdLst>
    <p:notesMasterId r:id="rId35"/>
  </p:notesMasterIdLst>
  <p:handoutMasterIdLst>
    <p:handoutMasterId r:id="rId36"/>
  </p:handoutMasterIdLst>
  <p:sldIdLst>
    <p:sldId id="406" r:id="rId17"/>
    <p:sldId id="385" r:id="rId18"/>
    <p:sldId id="285" r:id="rId19"/>
    <p:sldId id="386" r:id="rId20"/>
    <p:sldId id="387" r:id="rId21"/>
    <p:sldId id="401" r:id="rId22"/>
    <p:sldId id="405" r:id="rId23"/>
    <p:sldId id="400" r:id="rId24"/>
    <p:sldId id="390" r:id="rId25"/>
    <p:sldId id="403" r:id="rId26"/>
    <p:sldId id="392" r:id="rId27"/>
    <p:sldId id="393" r:id="rId28"/>
    <p:sldId id="394" r:id="rId29"/>
    <p:sldId id="395" r:id="rId30"/>
    <p:sldId id="396" r:id="rId31"/>
    <p:sldId id="284" r:id="rId32"/>
    <p:sldId id="397" r:id="rId33"/>
    <p:sldId id="261" r:id="rId34"/>
  </p:sldIdLst>
  <p:sldSz cx="12192000" cy="6858000"/>
  <p:notesSz cx="6858000" cy="9144000"/>
  <p:embeddedFontLst>
    <p:embeddedFont>
      <p:font typeface="Ericsson Hilda" pitchFamily="2" charset="0"/>
      <p:regular r:id="rId37"/>
      <p:bold r:id="rId38"/>
      <p:italic r:id="rId39"/>
      <p:boldItalic r:id="rId40"/>
    </p:embeddedFont>
    <p:embeddedFont>
      <p:font typeface="Ericsson Hilda ExtraBold" pitchFamily="2" charset="0"/>
      <p:bold r:id="rId41"/>
    </p:embeddedFont>
    <p:embeddedFont>
      <p:font typeface="Ericsson Hilda ExtraLight" pitchFamily="2" charset="0"/>
      <p:regular r:id="rId42"/>
    </p:embeddedFont>
    <p:embeddedFont>
      <p:font typeface="Ericsson Hilda Light" pitchFamily="2" charset="0"/>
      <p:regular r:id="rId43"/>
      <p:italic r:id="rId44"/>
    </p:embeddedFont>
    <p:embeddedFont>
      <p:font typeface="Ericsson Technical Icons" pitchFamily="2" charset="0"/>
      <p:regular r:id="rId45"/>
      <p:bold r:id="rId46"/>
      <p:italic r:id="rId47"/>
      <p:boldItalic r:id="rId48"/>
    </p:embeddedFont>
    <p:embeddedFont>
      <p:font typeface="Tw Cen MT" panose="020B0602020104020603" pitchFamily="34" charset="77"/>
      <p:regular r:id="rId49"/>
      <p:bold r:id="rId50"/>
      <p:italic r:id="rId51"/>
      <p:boldItalic r:id="rId5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DF63718-6E4A-9125-BCF5-28EE13B71193}" name="Sahar Imtiaz" initials="SI" userId="S::sahar.imtiaz@ericsson.com::e84db5a9-078d-4dba-9b6a-e0ab5a351007" providerId="AD"/>
  <p188:author id="{64948B3C-D889-E773-D1BF-3F0AE80BC618}" name="Fabian De Laval" initials="FL" userId="S::fabian.de.laval@ericsson.com::58cb5a42-5298-4683-8579-e81bf161df68" providerId="AD"/>
  <p188:author id="{B6C7DF53-1F9A-1C9C-AEA6-8375ED823D91}" name="Sadaf Ul Zuhra" initials="SZ" userId="S::sadaf.ul.zuhra@ericsson.com::7a24fad1-8f67-4e5d-ae7e-808b1ef76fea" providerId="AD"/>
  <p188:author id="{B8F95D8A-5BFF-9522-E1ED-3FD7895C5F92}" name="Soulaimene Jaoua" initials="SJ" userId="S::soulaimene.jaoua@ericsson.com::c10eb1f6-06e6-422e-b866-132360522814" providerId="AD"/>
  <p188:author id="{BBE3DDCE-7DCE-0DA3-3DFB-530B007358BE}" name="Rida Khan" initials="RK" userId="S::rida.khan@ericsson.com::0d63760f-2bea-4b68-b7c2-698db3c46ede" providerId="AD"/>
  <p188:author id="{FE5BD5D0-7E18-A1C7-A028-936E7C23207C}" name="Iago Diogenes Do Rego" initials="ID" userId="S::iago.diogenes.do.rego@ericsson.com::7e26ebb2-d7cc-4be6-bd4a-b2800cd91476" providerId="AD"/>
  <p188:author id="{0E70B6F0-66AD-CD13-1DC3-3BDA98DCA676}" name="Antti Ratilainen" initials="AR" userId="S::antti.ratilainen@ericsson.com::9af47e32-aae3-4497-8931-44755b2b3c1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90" autoAdjust="0"/>
    <p:restoredTop sz="94683"/>
  </p:normalViewPr>
  <p:slideViewPr>
    <p:cSldViewPr snapToGrid="0">
      <p:cViewPr varScale="1">
        <p:scale>
          <a:sx n="132" d="100"/>
          <a:sy n="132" d="100"/>
        </p:scale>
        <p:origin x="184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slide" Target="slides/slide2.xml"/><Relationship Id="rId26" Type="http://schemas.openxmlformats.org/officeDocument/2006/relationships/slide" Target="slides/slide10.xml"/><Relationship Id="rId39" Type="http://schemas.openxmlformats.org/officeDocument/2006/relationships/font" Target="fonts/font3.fntdata"/><Relationship Id="rId21" Type="http://schemas.openxmlformats.org/officeDocument/2006/relationships/slide" Target="slides/slide5.xml"/><Relationship Id="rId34" Type="http://schemas.openxmlformats.org/officeDocument/2006/relationships/slide" Target="slides/slide18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font" Target="fonts/font14.fntdata"/><Relationship Id="rId55" Type="http://schemas.openxmlformats.org/officeDocument/2006/relationships/theme" Target="theme/theme1.xml"/><Relationship Id="rId7" Type="http://schemas.openxmlformats.org/officeDocument/2006/relationships/customXml" Target="../customXml/item7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.xml"/><Relationship Id="rId29" Type="http://schemas.openxmlformats.org/officeDocument/2006/relationships/slide" Target="slides/slide13.xml"/><Relationship Id="rId11" Type="http://schemas.openxmlformats.org/officeDocument/2006/relationships/customXml" Target="../customXml/item11.xml"/><Relationship Id="rId24" Type="http://schemas.openxmlformats.org/officeDocument/2006/relationships/slide" Target="slides/slide8.xml"/><Relationship Id="rId32" Type="http://schemas.openxmlformats.org/officeDocument/2006/relationships/slide" Target="slides/slide16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openxmlformats.org/officeDocument/2006/relationships/presProps" Target="presProps.xml"/><Relationship Id="rId5" Type="http://schemas.openxmlformats.org/officeDocument/2006/relationships/customXml" Target="../customXml/item5.xml"/><Relationship Id="rId19" Type="http://schemas.openxmlformats.org/officeDocument/2006/relationships/slide" Target="slides/slide3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slide" Target="slides/slide6.xml"/><Relationship Id="rId27" Type="http://schemas.openxmlformats.org/officeDocument/2006/relationships/slide" Target="slides/slide11.xml"/><Relationship Id="rId30" Type="http://schemas.openxmlformats.org/officeDocument/2006/relationships/slide" Target="slides/slide14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56" Type="http://schemas.openxmlformats.org/officeDocument/2006/relationships/tableStyles" Target="tableStyles.xml"/><Relationship Id="rId8" Type="http://schemas.openxmlformats.org/officeDocument/2006/relationships/customXml" Target="../customXml/item8.xml"/><Relationship Id="rId51" Type="http://schemas.openxmlformats.org/officeDocument/2006/relationships/font" Target="fonts/font15.fntdata"/><Relationship Id="rId3" Type="http://schemas.openxmlformats.org/officeDocument/2006/relationships/customXml" Target="../customXml/item3.xml"/><Relationship Id="rId12" Type="http://schemas.openxmlformats.org/officeDocument/2006/relationships/customXml" Target="../customXml/item12.xml"/><Relationship Id="rId17" Type="http://schemas.openxmlformats.org/officeDocument/2006/relationships/slide" Target="slides/slide1.xml"/><Relationship Id="rId25" Type="http://schemas.openxmlformats.org/officeDocument/2006/relationships/slide" Target="slides/slide9.xml"/><Relationship Id="rId33" Type="http://schemas.openxmlformats.org/officeDocument/2006/relationships/slide" Target="slides/slide17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4.xml"/><Relationship Id="rId41" Type="http://schemas.openxmlformats.org/officeDocument/2006/relationships/font" Target="fonts/font5.fntdata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5" Type="http://schemas.openxmlformats.org/officeDocument/2006/relationships/customXml" Target="../customXml/item15.xml"/><Relationship Id="rId23" Type="http://schemas.openxmlformats.org/officeDocument/2006/relationships/slide" Target="slides/slide7.xml"/><Relationship Id="rId28" Type="http://schemas.openxmlformats.org/officeDocument/2006/relationships/slide" Target="slides/slide12.xml"/><Relationship Id="rId36" Type="http://schemas.openxmlformats.org/officeDocument/2006/relationships/handoutMaster" Target="handoutMasters/handoutMaster1.xml"/><Relationship Id="rId49" Type="http://schemas.openxmlformats.org/officeDocument/2006/relationships/font" Target="fonts/font13.fntdata"/><Relationship Id="rId57" Type="http://schemas.microsoft.com/office/2018/10/relationships/authors" Target="authors.xml"/><Relationship Id="rId10" Type="http://schemas.openxmlformats.org/officeDocument/2006/relationships/customXml" Target="../customXml/item10.xml"/><Relationship Id="rId31" Type="http://schemas.openxmlformats.org/officeDocument/2006/relationships/slide" Target="slides/slide15.xml"/><Relationship Id="rId44" Type="http://schemas.openxmlformats.org/officeDocument/2006/relationships/font" Target="fonts/font8.fntdata"/><Relationship Id="rId52" Type="http://schemas.openxmlformats.org/officeDocument/2006/relationships/font" Target="fonts/font16.fntdata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F20C33B-7D65-45DD-8340-2B9D9FE9E15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3920C64-96C8-4861-B216-79ADB96E442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Goal: Predict L3 handover events using simulation database ( </a:t>
          </a:r>
          <a:r>
            <a:rPr lang="en-US" dirty="0" err="1"/>
            <a:t>db</a:t>
          </a:r>
          <a:r>
            <a:rPr lang="en-US" dirty="0"/>
            <a:t> ) files.</a:t>
          </a:r>
        </a:p>
      </dgm:t>
    </dgm:pt>
    <dgm:pt modelId="{7B29219E-1EFB-49AB-84CA-DCBADE5A14E6}" type="parTrans" cxnId="{8889312A-B1A1-4CAE-822A-8591C9285C08}">
      <dgm:prSet/>
      <dgm:spPr/>
      <dgm:t>
        <a:bodyPr/>
        <a:lstStyle/>
        <a:p>
          <a:endParaRPr lang="en-US"/>
        </a:p>
      </dgm:t>
    </dgm:pt>
    <dgm:pt modelId="{AC1C6DE7-FE0E-4423-820F-372F93E4FF56}" type="sibTrans" cxnId="{8889312A-B1A1-4CAE-822A-8591C9285C08}">
      <dgm:prSet/>
      <dgm:spPr/>
      <dgm:t>
        <a:bodyPr/>
        <a:lstStyle/>
        <a:p>
          <a:endParaRPr lang="en-US"/>
        </a:p>
      </dgm:t>
    </dgm:pt>
    <dgm:pt modelId="{14A3AF09-C8DC-4011-873B-95608EACFA4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Source: db file data from 30 different seeds simulating “Pedestrian” and “Vehicular” mobility scenarios.</a:t>
          </a:r>
        </a:p>
      </dgm:t>
    </dgm:pt>
    <dgm:pt modelId="{8329F98F-1DCF-4080-8E06-869B7864F626}" type="parTrans" cxnId="{84AD6EA6-61CF-4BDD-B505-3B478CA4EA00}">
      <dgm:prSet/>
      <dgm:spPr/>
      <dgm:t>
        <a:bodyPr/>
        <a:lstStyle/>
        <a:p>
          <a:endParaRPr lang="en-US"/>
        </a:p>
      </dgm:t>
    </dgm:pt>
    <dgm:pt modelId="{EAB828B0-2457-434D-B408-0308711E7906}" type="sibTrans" cxnId="{84AD6EA6-61CF-4BDD-B505-3B478CA4EA00}">
      <dgm:prSet/>
      <dgm:spPr/>
      <dgm:t>
        <a:bodyPr/>
        <a:lstStyle/>
        <a:p>
          <a:endParaRPr lang="en-US"/>
        </a:p>
      </dgm:t>
    </dgm:pt>
    <dgm:pt modelId="{8FA24B93-A352-40EA-910D-AA69DC677CA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Approach: ML pipeline using two supervised learning models “ XGBoost " and "Random Forest".</a:t>
          </a:r>
        </a:p>
      </dgm:t>
    </dgm:pt>
    <dgm:pt modelId="{6CB74B6E-E6B5-459A-B1BB-EB0DA75496C7}" type="parTrans" cxnId="{3C454432-1A4A-4CD9-932A-4CBDAFA87D85}">
      <dgm:prSet/>
      <dgm:spPr/>
      <dgm:t>
        <a:bodyPr/>
        <a:lstStyle/>
        <a:p>
          <a:endParaRPr lang="en-US"/>
        </a:p>
      </dgm:t>
    </dgm:pt>
    <dgm:pt modelId="{1C92E81F-5261-4B61-B8A2-09E9D1432B45}" type="sibTrans" cxnId="{3C454432-1A4A-4CD9-932A-4CBDAFA87D85}">
      <dgm:prSet/>
      <dgm:spPr/>
      <dgm:t>
        <a:bodyPr/>
        <a:lstStyle/>
        <a:p>
          <a:endParaRPr lang="en-US"/>
        </a:p>
      </dgm:t>
    </dgm:pt>
    <dgm:pt modelId="{B4AC5067-8904-4FD8-BD9F-BED33F83881C}" type="pres">
      <dgm:prSet presAssocID="{9F20C33B-7D65-45DD-8340-2B9D9FE9E15D}" presName="root" presStyleCnt="0">
        <dgm:presLayoutVars>
          <dgm:dir/>
          <dgm:resizeHandles val="exact"/>
        </dgm:presLayoutVars>
      </dgm:prSet>
      <dgm:spPr/>
    </dgm:pt>
    <dgm:pt modelId="{B1F6C47A-7E98-4616-9977-A6220B30DB81}" type="pres">
      <dgm:prSet presAssocID="{53920C64-96C8-4861-B216-79ADB96E442D}" presName="compNode" presStyleCnt="0"/>
      <dgm:spPr/>
    </dgm:pt>
    <dgm:pt modelId="{2A8B73C0-F2B9-4A13-AEDB-C94C3FFA7C61}" type="pres">
      <dgm:prSet presAssocID="{53920C64-96C8-4861-B216-79ADB96E442D}" presName="bgRect" presStyleLbl="bgShp" presStyleIdx="0" presStyleCnt="3"/>
      <dgm:spPr/>
    </dgm:pt>
    <dgm:pt modelId="{D1D3A0EC-577C-402D-8785-B2CAE4233BB9}" type="pres">
      <dgm:prSet presAssocID="{53920C64-96C8-4861-B216-79ADB96E442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 with solid fill"/>
        </a:ext>
      </dgm:extLst>
    </dgm:pt>
    <dgm:pt modelId="{977371C7-8F7E-4073-B49B-9712CAAABDAF}" type="pres">
      <dgm:prSet presAssocID="{53920C64-96C8-4861-B216-79ADB96E442D}" presName="spaceRect" presStyleCnt="0"/>
      <dgm:spPr/>
    </dgm:pt>
    <dgm:pt modelId="{B5C05779-E525-41DB-8AB1-5ED6AFBD6062}" type="pres">
      <dgm:prSet presAssocID="{53920C64-96C8-4861-B216-79ADB96E442D}" presName="parTx" presStyleLbl="revTx" presStyleIdx="0" presStyleCnt="3">
        <dgm:presLayoutVars>
          <dgm:chMax val="0"/>
          <dgm:chPref val="0"/>
        </dgm:presLayoutVars>
      </dgm:prSet>
      <dgm:spPr/>
    </dgm:pt>
    <dgm:pt modelId="{CB75DDFC-F7C3-4C9F-B085-AA151DE89452}" type="pres">
      <dgm:prSet presAssocID="{AC1C6DE7-FE0E-4423-820F-372F93E4FF56}" presName="sibTrans" presStyleCnt="0"/>
      <dgm:spPr/>
    </dgm:pt>
    <dgm:pt modelId="{CA5C64D6-F4A0-469E-95F8-27A221766326}" type="pres">
      <dgm:prSet presAssocID="{14A3AF09-C8DC-4011-873B-95608EACFA45}" presName="compNode" presStyleCnt="0"/>
      <dgm:spPr/>
    </dgm:pt>
    <dgm:pt modelId="{073A4CF8-4F21-4CB8-B689-33A4E3AC6CD3}" type="pres">
      <dgm:prSet presAssocID="{14A3AF09-C8DC-4011-873B-95608EACFA45}" presName="bgRect" presStyleLbl="bgShp" presStyleIdx="1" presStyleCnt="3"/>
      <dgm:spPr/>
    </dgm:pt>
    <dgm:pt modelId="{17DAE288-817E-443E-B4F9-5B3D297B59C5}" type="pres">
      <dgm:prSet presAssocID="{14A3AF09-C8DC-4011-873B-95608EACFA4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lder Search with solid fill"/>
        </a:ext>
      </dgm:extLst>
    </dgm:pt>
    <dgm:pt modelId="{7B362CE2-A12F-4A37-8848-669A92CBA00C}" type="pres">
      <dgm:prSet presAssocID="{14A3AF09-C8DC-4011-873B-95608EACFA45}" presName="spaceRect" presStyleCnt="0"/>
      <dgm:spPr/>
    </dgm:pt>
    <dgm:pt modelId="{DA05D628-5B0A-4FC5-8F8C-CF3C36DDD6BB}" type="pres">
      <dgm:prSet presAssocID="{14A3AF09-C8DC-4011-873B-95608EACFA45}" presName="parTx" presStyleLbl="revTx" presStyleIdx="1" presStyleCnt="3">
        <dgm:presLayoutVars>
          <dgm:chMax val="0"/>
          <dgm:chPref val="0"/>
        </dgm:presLayoutVars>
      </dgm:prSet>
      <dgm:spPr/>
    </dgm:pt>
    <dgm:pt modelId="{8CA4BC1F-6A0E-4A41-81FC-B0A4628AD18A}" type="pres">
      <dgm:prSet presAssocID="{EAB828B0-2457-434D-B408-0308711E7906}" presName="sibTrans" presStyleCnt="0"/>
      <dgm:spPr/>
    </dgm:pt>
    <dgm:pt modelId="{81B0D531-7876-4F32-80E4-2A2419D036E9}" type="pres">
      <dgm:prSet presAssocID="{8FA24B93-A352-40EA-910D-AA69DC677CAA}" presName="compNode" presStyleCnt="0"/>
      <dgm:spPr/>
    </dgm:pt>
    <dgm:pt modelId="{47605804-3EE0-44A1-890B-E2B0050DE041}" type="pres">
      <dgm:prSet presAssocID="{8FA24B93-A352-40EA-910D-AA69DC677CAA}" presName="bgRect" presStyleLbl="bgShp" presStyleIdx="2" presStyleCnt="3"/>
      <dgm:spPr/>
    </dgm:pt>
    <dgm:pt modelId="{06B26169-F8CB-433C-9D52-DA34F0FF3029}" type="pres">
      <dgm:prSet presAssocID="{8FA24B93-A352-40EA-910D-AA69DC677CA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ngle gear with solid fill"/>
        </a:ext>
      </dgm:extLst>
    </dgm:pt>
    <dgm:pt modelId="{884D0646-E6A6-4A6D-B4FD-0AA8675830AB}" type="pres">
      <dgm:prSet presAssocID="{8FA24B93-A352-40EA-910D-AA69DC677CAA}" presName="spaceRect" presStyleCnt="0"/>
      <dgm:spPr/>
    </dgm:pt>
    <dgm:pt modelId="{92A376B7-4F71-41A8-895A-DF9F7097BB7B}" type="pres">
      <dgm:prSet presAssocID="{8FA24B93-A352-40EA-910D-AA69DC677CA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889312A-B1A1-4CAE-822A-8591C9285C08}" srcId="{9F20C33B-7D65-45DD-8340-2B9D9FE9E15D}" destId="{53920C64-96C8-4861-B216-79ADB96E442D}" srcOrd="0" destOrd="0" parTransId="{7B29219E-1EFB-49AB-84CA-DCBADE5A14E6}" sibTransId="{AC1C6DE7-FE0E-4423-820F-372F93E4FF56}"/>
    <dgm:cxn modelId="{3C454432-1A4A-4CD9-932A-4CBDAFA87D85}" srcId="{9F20C33B-7D65-45DD-8340-2B9D9FE9E15D}" destId="{8FA24B93-A352-40EA-910D-AA69DC677CAA}" srcOrd="2" destOrd="0" parTransId="{6CB74B6E-E6B5-459A-B1BB-EB0DA75496C7}" sibTransId="{1C92E81F-5261-4B61-B8A2-09E9D1432B45}"/>
    <dgm:cxn modelId="{F8D81C34-CFB8-CA4B-91EE-73D69CE09AF7}" type="presOf" srcId="{9F20C33B-7D65-45DD-8340-2B9D9FE9E15D}" destId="{B4AC5067-8904-4FD8-BD9F-BED33F83881C}" srcOrd="0" destOrd="0" presId="urn:microsoft.com/office/officeart/2018/2/layout/IconVerticalSolidList"/>
    <dgm:cxn modelId="{804EAE92-562C-9846-970B-C3E63BA1496E}" type="presOf" srcId="{8FA24B93-A352-40EA-910D-AA69DC677CAA}" destId="{92A376B7-4F71-41A8-895A-DF9F7097BB7B}" srcOrd="0" destOrd="0" presId="urn:microsoft.com/office/officeart/2018/2/layout/IconVerticalSolidList"/>
    <dgm:cxn modelId="{ADF043A5-359D-814E-A96A-390047F451EF}" type="presOf" srcId="{53920C64-96C8-4861-B216-79ADB96E442D}" destId="{B5C05779-E525-41DB-8AB1-5ED6AFBD6062}" srcOrd="0" destOrd="0" presId="urn:microsoft.com/office/officeart/2018/2/layout/IconVerticalSolidList"/>
    <dgm:cxn modelId="{7D2E8BA5-03E4-CA41-BB29-68A71A4EE290}" type="presOf" srcId="{14A3AF09-C8DC-4011-873B-95608EACFA45}" destId="{DA05D628-5B0A-4FC5-8F8C-CF3C36DDD6BB}" srcOrd="0" destOrd="0" presId="urn:microsoft.com/office/officeart/2018/2/layout/IconVerticalSolidList"/>
    <dgm:cxn modelId="{84AD6EA6-61CF-4BDD-B505-3B478CA4EA00}" srcId="{9F20C33B-7D65-45DD-8340-2B9D9FE9E15D}" destId="{14A3AF09-C8DC-4011-873B-95608EACFA45}" srcOrd="1" destOrd="0" parTransId="{8329F98F-1DCF-4080-8E06-869B7864F626}" sibTransId="{EAB828B0-2457-434D-B408-0308711E7906}"/>
    <dgm:cxn modelId="{3A766436-E569-FF4E-B0BC-CAFF10FEFBEB}" type="presParOf" srcId="{B4AC5067-8904-4FD8-BD9F-BED33F83881C}" destId="{B1F6C47A-7E98-4616-9977-A6220B30DB81}" srcOrd="0" destOrd="0" presId="urn:microsoft.com/office/officeart/2018/2/layout/IconVerticalSolidList"/>
    <dgm:cxn modelId="{89CAD5CB-95F2-6D4B-8B6D-36936D77E248}" type="presParOf" srcId="{B1F6C47A-7E98-4616-9977-A6220B30DB81}" destId="{2A8B73C0-F2B9-4A13-AEDB-C94C3FFA7C61}" srcOrd="0" destOrd="0" presId="urn:microsoft.com/office/officeart/2018/2/layout/IconVerticalSolidList"/>
    <dgm:cxn modelId="{C2196F1F-BD0C-A54E-9625-B734D7DF0831}" type="presParOf" srcId="{B1F6C47A-7E98-4616-9977-A6220B30DB81}" destId="{D1D3A0EC-577C-402D-8785-B2CAE4233BB9}" srcOrd="1" destOrd="0" presId="urn:microsoft.com/office/officeart/2018/2/layout/IconVerticalSolidList"/>
    <dgm:cxn modelId="{CF2192E7-FFCB-5E4F-AC92-84938F530D95}" type="presParOf" srcId="{B1F6C47A-7E98-4616-9977-A6220B30DB81}" destId="{977371C7-8F7E-4073-B49B-9712CAAABDAF}" srcOrd="2" destOrd="0" presId="urn:microsoft.com/office/officeart/2018/2/layout/IconVerticalSolidList"/>
    <dgm:cxn modelId="{636A810D-7656-9745-8396-B45285928272}" type="presParOf" srcId="{B1F6C47A-7E98-4616-9977-A6220B30DB81}" destId="{B5C05779-E525-41DB-8AB1-5ED6AFBD6062}" srcOrd="3" destOrd="0" presId="urn:microsoft.com/office/officeart/2018/2/layout/IconVerticalSolidList"/>
    <dgm:cxn modelId="{5497F06E-15EE-4940-A57C-49F51290BBCA}" type="presParOf" srcId="{B4AC5067-8904-4FD8-BD9F-BED33F83881C}" destId="{CB75DDFC-F7C3-4C9F-B085-AA151DE89452}" srcOrd="1" destOrd="0" presId="urn:microsoft.com/office/officeart/2018/2/layout/IconVerticalSolidList"/>
    <dgm:cxn modelId="{CEDFED87-9306-7B4B-8ECB-05E0B87524ED}" type="presParOf" srcId="{B4AC5067-8904-4FD8-BD9F-BED33F83881C}" destId="{CA5C64D6-F4A0-469E-95F8-27A221766326}" srcOrd="2" destOrd="0" presId="urn:microsoft.com/office/officeart/2018/2/layout/IconVerticalSolidList"/>
    <dgm:cxn modelId="{FB338145-BA06-1A44-89DF-099D83BABB7E}" type="presParOf" srcId="{CA5C64D6-F4A0-469E-95F8-27A221766326}" destId="{073A4CF8-4F21-4CB8-B689-33A4E3AC6CD3}" srcOrd="0" destOrd="0" presId="urn:microsoft.com/office/officeart/2018/2/layout/IconVerticalSolidList"/>
    <dgm:cxn modelId="{733A6A9F-DB01-8E44-989D-129624EE104C}" type="presParOf" srcId="{CA5C64D6-F4A0-469E-95F8-27A221766326}" destId="{17DAE288-817E-443E-B4F9-5B3D297B59C5}" srcOrd="1" destOrd="0" presId="urn:microsoft.com/office/officeart/2018/2/layout/IconVerticalSolidList"/>
    <dgm:cxn modelId="{1A4A74EA-8292-5745-A8CA-57BFFB3CF8BC}" type="presParOf" srcId="{CA5C64D6-F4A0-469E-95F8-27A221766326}" destId="{7B362CE2-A12F-4A37-8848-669A92CBA00C}" srcOrd="2" destOrd="0" presId="urn:microsoft.com/office/officeart/2018/2/layout/IconVerticalSolidList"/>
    <dgm:cxn modelId="{B5098891-8278-C140-83BD-4A83ABC58291}" type="presParOf" srcId="{CA5C64D6-F4A0-469E-95F8-27A221766326}" destId="{DA05D628-5B0A-4FC5-8F8C-CF3C36DDD6BB}" srcOrd="3" destOrd="0" presId="urn:microsoft.com/office/officeart/2018/2/layout/IconVerticalSolidList"/>
    <dgm:cxn modelId="{F24505E1-9774-C249-AE34-A848170B41C2}" type="presParOf" srcId="{B4AC5067-8904-4FD8-BD9F-BED33F83881C}" destId="{8CA4BC1F-6A0E-4A41-81FC-B0A4628AD18A}" srcOrd="3" destOrd="0" presId="urn:microsoft.com/office/officeart/2018/2/layout/IconVerticalSolidList"/>
    <dgm:cxn modelId="{03B5E620-BD08-6348-8AFC-50DBD99B54D5}" type="presParOf" srcId="{B4AC5067-8904-4FD8-BD9F-BED33F83881C}" destId="{81B0D531-7876-4F32-80E4-2A2419D036E9}" srcOrd="4" destOrd="0" presId="urn:microsoft.com/office/officeart/2018/2/layout/IconVerticalSolidList"/>
    <dgm:cxn modelId="{3D806BE8-0C3B-124C-B7F8-0AD42112FB93}" type="presParOf" srcId="{81B0D531-7876-4F32-80E4-2A2419D036E9}" destId="{47605804-3EE0-44A1-890B-E2B0050DE041}" srcOrd="0" destOrd="0" presId="urn:microsoft.com/office/officeart/2018/2/layout/IconVerticalSolidList"/>
    <dgm:cxn modelId="{D029B539-A6C7-054B-BB0F-5D9406792863}" type="presParOf" srcId="{81B0D531-7876-4F32-80E4-2A2419D036E9}" destId="{06B26169-F8CB-433C-9D52-DA34F0FF3029}" srcOrd="1" destOrd="0" presId="urn:microsoft.com/office/officeart/2018/2/layout/IconVerticalSolidList"/>
    <dgm:cxn modelId="{40DF8BCB-898D-EA42-804E-34D7FA1E5C3E}" type="presParOf" srcId="{81B0D531-7876-4F32-80E4-2A2419D036E9}" destId="{884D0646-E6A6-4A6D-B4FD-0AA8675830AB}" srcOrd="2" destOrd="0" presId="urn:microsoft.com/office/officeart/2018/2/layout/IconVerticalSolidList"/>
    <dgm:cxn modelId="{1BE69DC4-E676-7F4A-B239-B355FE16B8FC}" type="presParOf" srcId="{81B0D531-7876-4F32-80E4-2A2419D036E9}" destId="{92A376B7-4F71-41A8-895A-DF9F7097BB7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FE5F911-DF3F-4FFE-BD70-180C1A746811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89B0F87-45AB-42F5-895F-B40099F620C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i="0" baseline="0"/>
            <a:t>What is it?</a:t>
          </a:r>
          <a:endParaRPr lang="en-US"/>
        </a:p>
      </dgm:t>
    </dgm:pt>
    <dgm:pt modelId="{434D4C54-0E35-4BB3-AE39-62D92777E0CE}" type="parTrans" cxnId="{A16C0B36-F112-4953-A28C-8E497BAA786F}">
      <dgm:prSet/>
      <dgm:spPr/>
      <dgm:t>
        <a:bodyPr/>
        <a:lstStyle/>
        <a:p>
          <a:endParaRPr lang="en-US"/>
        </a:p>
      </dgm:t>
    </dgm:pt>
    <dgm:pt modelId="{3796A4BC-C21D-45E7-AB10-FA1236D827C2}" type="sibTrans" cxnId="{A16C0B36-F112-4953-A28C-8E497BAA786F}">
      <dgm:prSet/>
      <dgm:spPr/>
      <dgm:t>
        <a:bodyPr/>
        <a:lstStyle/>
        <a:p>
          <a:endParaRPr lang="en-US"/>
        </a:p>
      </dgm:t>
    </dgm:pt>
    <dgm:pt modelId="{9F96CAC1-8679-4E28-ADDB-E8C53370F1C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Evaluates model performance in binary classification.</a:t>
          </a:r>
          <a:endParaRPr lang="en-US" dirty="0"/>
        </a:p>
      </dgm:t>
    </dgm:pt>
    <dgm:pt modelId="{9837543F-C18A-49E7-AF9E-0AD758424E82}" type="parTrans" cxnId="{3968563B-A499-4E79-955C-42660226E1C2}">
      <dgm:prSet/>
      <dgm:spPr/>
      <dgm:t>
        <a:bodyPr/>
        <a:lstStyle/>
        <a:p>
          <a:endParaRPr lang="en-US"/>
        </a:p>
      </dgm:t>
    </dgm:pt>
    <dgm:pt modelId="{FD43140E-D050-4948-A0C0-2AE39ADFEF81}" type="sibTrans" cxnId="{3968563B-A499-4E79-955C-42660226E1C2}">
      <dgm:prSet/>
      <dgm:spPr/>
      <dgm:t>
        <a:bodyPr/>
        <a:lstStyle/>
        <a:p>
          <a:endParaRPr lang="en-US"/>
        </a:p>
      </dgm:t>
    </dgm:pt>
    <dgm:pt modelId="{D8F40800-BA16-4C90-98B4-B2062BC4912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i="0" baseline="0"/>
            <a:t>Key Terms:</a:t>
          </a:r>
          <a:endParaRPr lang="en-US"/>
        </a:p>
      </dgm:t>
    </dgm:pt>
    <dgm:pt modelId="{21C2862E-55D3-43FC-ACE8-367B84E1E48A}" type="parTrans" cxnId="{A094D57E-01D2-4623-95D9-D9DCCEF88ADE}">
      <dgm:prSet/>
      <dgm:spPr/>
      <dgm:t>
        <a:bodyPr/>
        <a:lstStyle/>
        <a:p>
          <a:endParaRPr lang="en-US"/>
        </a:p>
      </dgm:t>
    </dgm:pt>
    <dgm:pt modelId="{72056E2E-EB78-4F04-8BFD-89661ACC8EB6}" type="sibTrans" cxnId="{A094D57E-01D2-4623-95D9-D9DCCEF88ADE}">
      <dgm:prSet/>
      <dgm:spPr/>
      <dgm:t>
        <a:bodyPr/>
        <a:lstStyle/>
        <a:p>
          <a:endParaRPr lang="en-US"/>
        </a:p>
      </dgm:t>
    </dgm:pt>
    <dgm:pt modelId="{A2967AD7-316A-4500-9753-1A32CAC57CD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TPR (Recall)</a:t>
          </a:r>
          <a:r>
            <a:rPr lang="en-US" b="0" i="0" baseline="0"/>
            <a:t> = TP / (TP + FN)</a:t>
          </a:r>
          <a:endParaRPr lang="en-US"/>
        </a:p>
      </dgm:t>
    </dgm:pt>
    <dgm:pt modelId="{1C9B27EC-765B-4062-9428-A7F9D1AFDDD4}" type="parTrans" cxnId="{150D96F4-BDDF-41ED-AFCF-14203529CBEE}">
      <dgm:prSet/>
      <dgm:spPr/>
      <dgm:t>
        <a:bodyPr/>
        <a:lstStyle/>
        <a:p>
          <a:endParaRPr lang="en-US"/>
        </a:p>
      </dgm:t>
    </dgm:pt>
    <dgm:pt modelId="{E80D6EED-0EBA-4F00-BB27-02A7C2417485}" type="sibTrans" cxnId="{150D96F4-BDDF-41ED-AFCF-14203529CBEE}">
      <dgm:prSet/>
      <dgm:spPr/>
      <dgm:t>
        <a:bodyPr/>
        <a:lstStyle/>
        <a:p>
          <a:endParaRPr lang="en-US"/>
        </a:p>
      </dgm:t>
    </dgm:pt>
    <dgm:pt modelId="{F37FA55E-E9A5-45BB-AF81-7D63C8C738C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FPR</a:t>
          </a:r>
          <a:r>
            <a:rPr lang="en-US" b="0" i="0" baseline="0"/>
            <a:t> = FP / (FP + TN)</a:t>
          </a:r>
          <a:endParaRPr lang="en-US"/>
        </a:p>
      </dgm:t>
    </dgm:pt>
    <dgm:pt modelId="{CE5397A3-06C0-4E83-9492-8C50B4FA5061}" type="parTrans" cxnId="{5E1E8121-84E2-4506-9EC9-9CD6A2476E4D}">
      <dgm:prSet/>
      <dgm:spPr/>
      <dgm:t>
        <a:bodyPr/>
        <a:lstStyle/>
        <a:p>
          <a:endParaRPr lang="en-US"/>
        </a:p>
      </dgm:t>
    </dgm:pt>
    <dgm:pt modelId="{F308971D-4707-4572-AB7D-A37992A37D63}" type="sibTrans" cxnId="{5E1E8121-84E2-4506-9EC9-9CD6A2476E4D}">
      <dgm:prSet/>
      <dgm:spPr/>
      <dgm:t>
        <a:bodyPr/>
        <a:lstStyle/>
        <a:p>
          <a:endParaRPr lang="en-US"/>
        </a:p>
      </dgm:t>
    </dgm:pt>
    <dgm:pt modelId="{B1E6A81F-6E7E-4741-969A-8C522902358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AUC</a:t>
          </a:r>
          <a:r>
            <a:rPr lang="en-US" b="0" i="0" baseline="0" dirty="0"/>
            <a:t> = Area under ROC curve → higher = better</a:t>
          </a:r>
          <a:endParaRPr lang="en-US" dirty="0"/>
        </a:p>
      </dgm:t>
    </dgm:pt>
    <dgm:pt modelId="{54659BE8-A934-443A-B940-969240CE6B36}" type="parTrans" cxnId="{FFC866CB-A2A0-418E-A487-8344CEEE2B10}">
      <dgm:prSet/>
      <dgm:spPr/>
      <dgm:t>
        <a:bodyPr/>
        <a:lstStyle/>
        <a:p>
          <a:endParaRPr lang="en-US"/>
        </a:p>
      </dgm:t>
    </dgm:pt>
    <dgm:pt modelId="{EA5220E8-61EF-4CA1-B276-1E2761849B35}" type="sibTrans" cxnId="{FFC866CB-A2A0-418E-A487-8344CEEE2B10}">
      <dgm:prSet/>
      <dgm:spPr/>
      <dgm:t>
        <a:bodyPr/>
        <a:lstStyle/>
        <a:p>
          <a:endParaRPr lang="en-US"/>
        </a:p>
      </dgm:t>
    </dgm:pt>
    <dgm:pt modelId="{AFB2FACC-6643-46FF-B82A-7D30008EFD1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i="0" baseline="0"/>
            <a:t>Interpretation</a:t>
          </a:r>
          <a:r>
            <a:rPr lang="en-US" b="1"/>
            <a:t> of ROC curve</a:t>
          </a:r>
          <a:r>
            <a:rPr lang="en-US" b="1" i="0" baseline="0"/>
            <a:t>:</a:t>
          </a:r>
          <a:endParaRPr lang="en-US"/>
        </a:p>
      </dgm:t>
    </dgm:pt>
    <dgm:pt modelId="{E171D5CA-90EE-4283-BAFC-481312CE593B}" type="parTrans" cxnId="{9E995C30-CB20-481C-AB22-7816B2EC1074}">
      <dgm:prSet/>
      <dgm:spPr/>
      <dgm:t>
        <a:bodyPr/>
        <a:lstStyle/>
        <a:p>
          <a:endParaRPr lang="en-US"/>
        </a:p>
      </dgm:t>
    </dgm:pt>
    <dgm:pt modelId="{839EB673-09A3-4D3C-BEBA-F990B508EBD6}" type="sibTrans" cxnId="{9E995C30-CB20-481C-AB22-7816B2EC1074}">
      <dgm:prSet/>
      <dgm:spPr/>
      <dgm:t>
        <a:bodyPr/>
        <a:lstStyle/>
        <a:p>
          <a:endParaRPr lang="en-US"/>
        </a:p>
      </dgm:t>
    </dgm:pt>
    <dgm:pt modelId="{8A8F882D-B776-4E76-A9EA-800466FC79B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Curve closer to </a:t>
          </a:r>
          <a:r>
            <a:rPr lang="en-US" b="1" i="0" baseline="0"/>
            <a:t>top-left</a:t>
          </a:r>
          <a:r>
            <a:rPr lang="en-US" b="0" i="0" baseline="0"/>
            <a:t> = better performance</a:t>
          </a:r>
          <a:endParaRPr lang="en-US"/>
        </a:p>
      </dgm:t>
    </dgm:pt>
    <dgm:pt modelId="{2F4D0FA8-6A2F-4076-9156-7388E924A98D}" type="parTrans" cxnId="{8EC3CF1A-4192-4BC3-B78F-D4837C80438E}">
      <dgm:prSet/>
      <dgm:spPr/>
      <dgm:t>
        <a:bodyPr/>
        <a:lstStyle/>
        <a:p>
          <a:endParaRPr lang="en-US"/>
        </a:p>
      </dgm:t>
    </dgm:pt>
    <dgm:pt modelId="{AB09FDD8-6B14-4D46-A2D9-CDF07C18C5A3}" type="sibTrans" cxnId="{8EC3CF1A-4192-4BC3-B78F-D4837C80438E}">
      <dgm:prSet/>
      <dgm:spPr/>
      <dgm:t>
        <a:bodyPr/>
        <a:lstStyle/>
        <a:p>
          <a:endParaRPr lang="en-US"/>
        </a:p>
      </dgm:t>
    </dgm:pt>
    <dgm:pt modelId="{86CB550C-DB67-47F7-B857-2FBD4EA1F89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Diagonal line = random guess</a:t>
          </a:r>
          <a:endParaRPr lang="en-US"/>
        </a:p>
      </dgm:t>
    </dgm:pt>
    <dgm:pt modelId="{89C6DDC4-36A2-4A8B-B24D-36A166DEC5CD}" type="parTrans" cxnId="{4ED79BEC-00A9-4588-96A9-C4E0D9AA9A68}">
      <dgm:prSet/>
      <dgm:spPr/>
      <dgm:t>
        <a:bodyPr/>
        <a:lstStyle/>
        <a:p>
          <a:endParaRPr lang="en-US"/>
        </a:p>
      </dgm:t>
    </dgm:pt>
    <dgm:pt modelId="{C044E287-F17C-4B23-B5BE-288AE6280EFE}" type="sibTrans" cxnId="{4ED79BEC-00A9-4588-96A9-C4E0D9AA9A68}">
      <dgm:prSet/>
      <dgm:spPr/>
      <dgm:t>
        <a:bodyPr/>
        <a:lstStyle/>
        <a:p>
          <a:endParaRPr lang="en-US"/>
        </a:p>
      </dgm:t>
    </dgm:pt>
    <dgm:pt modelId="{B1C26385-2FC8-43BE-99EB-222B972A1DE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i="0" baseline="0"/>
            <a:t>In this thesis:</a:t>
          </a:r>
          <a:endParaRPr lang="en-US"/>
        </a:p>
      </dgm:t>
    </dgm:pt>
    <dgm:pt modelId="{8333C856-018E-49CA-BA48-1D79B1712504}" type="parTrans" cxnId="{EA659F02-ED66-40FE-8556-A64E3852B39B}">
      <dgm:prSet/>
      <dgm:spPr/>
      <dgm:t>
        <a:bodyPr/>
        <a:lstStyle/>
        <a:p>
          <a:endParaRPr lang="en-US"/>
        </a:p>
      </dgm:t>
    </dgm:pt>
    <dgm:pt modelId="{03B3B66C-F1D6-4377-8B7B-6EA0257BEEF2}" type="sibTrans" cxnId="{EA659F02-ED66-40FE-8556-A64E3852B39B}">
      <dgm:prSet/>
      <dgm:spPr/>
      <dgm:t>
        <a:bodyPr/>
        <a:lstStyle/>
        <a:p>
          <a:endParaRPr lang="en-US"/>
        </a:p>
      </dgm:t>
    </dgm:pt>
    <dgm:pt modelId="{08E464E3-CDEB-478D-B942-FC4641EAF87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measure</a:t>
          </a:r>
          <a:r>
            <a:rPr lang="en-US" b="0" i="0" baseline="0" dirty="0"/>
            <a:t> how well models </a:t>
          </a:r>
          <a:r>
            <a:rPr lang="en-US" b="1" i="0" baseline="0" dirty="0"/>
            <a:t>balance sensitivity vs. specificity</a:t>
          </a:r>
          <a:r>
            <a:rPr lang="en-US" b="0" i="0" baseline="0" dirty="0"/>
            <a:t> in handover event prediction. The ROC results were done during model evaluation, but the detailed results are not included in today’s presentation</a:t>
          </a:r>
          <a:endParaRPr lang="en-US" dirty="0"/>
        </a:p>
      </dgm:t>
    </dgm:pt>
    <dgm:pt modelId="{325CE64E-64C4-4CD0-BA0E-31EF9193097E}" type="parTrans" cxnId="{32008CD0-D484-4D28-92CB-C0F2E0CAE2E7}">
      <dgm:prSet/>
      <dgm:spPr/>
      <dgm:t>
        <a:bodyPr/>
        <a:lstStyle/>
        <a:p>
          <a:endParaRPr lang="en-US"/>
        </a:p>
      </dgm:t>
    </dgm:pt>
    <dgm:pt modelId="{9926FC18-A7B1-493B-9BE7-3FF0BA01F9A4}" type="sibTrans" cxnId="{32008CD0-D484-4D28-92CB-C0F2E0CAE2E7}">
      <dgm:prSet/>
      <dgm:spPr/>
      <dgm:t>
        <a:bodyPr/>
        <a:lstStyle/>
        <a:p>
          <a:endParaRPr lang="en-US"/>
        </a:p>
      </dgm:t>
    </dgm:pt>
    <dgm:pt modelId="{A51FEC7C-A438-4817-813E-7730F7EEDE4F}" type="pres">
      <dgm:prSet presAssocID="{CFE5F911-DF3F-4FFE-BD70-180C1A746811}" presName="root" presStyleCnt="0">
        <dgm:presLayoutVars>
          <dgm:dir/>
          <dgm:resizeHandles val="exact"/>
        </dgm:presLayoutVars>
      </dgm:prSet>
      <dgm:spPr/>
    </dgm:pt>
    <dgm:pt modelId="{CB12900E-430F-47AC-8D80-1C322DF8CCAA}" type="pres">
      <dgm:prSet presAssocID="{C89B0F87-45AB-42F5-895F-B40099F620C3}" presName="compNode" presStyleCnt="0"/>
      <dgm:spPr/>
    </dgm:pt>
    <dgm:pt modelId="{5AA943D9-FAFF-42BF-A67C-88BA7C6F1694}" type="pres">
      <dgm:prSet presAssocID="{C89B0F87-45AB-42F5-895F-B40099F620C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279BBF9-B039-4BBF-A444-11E46486D6F6}" type="pres">
      <dgm:prSet presAssocID="{C89B0F87-45AB-42F5-895F-B40099F620C3}" presName="iconSpace" presStyleCnt="0"/>
      <dgm:spPr/>
    </dgm:pt>
    <dgm:pt modelId="{7C426994-F476-4289-8B17-16705D68599A}" type="pres">
      <dgm:prSet presAssocID="{C89B0F87-45AB-42F5-895F-B40099F620C3}" presName="parTx" presStyleLbl="revTx" presStyleIdx="0" presStyleCnt="8">
        <dgm:presLayoutVars>
          <dgm:chMax val="0"/>
          <dgm:chPref val="0"/>
        </dgm:presLayoutVars>
      </dgm:prSet>
      <dgm:spPr/>
    </dgm:pt>
    <dgm:pt modelId="{CFA3F3D3-E99A-4DC5-B29F-0868AE7D69E9}" type="pres">
      <dgm:prSet presAssocID="{C89B0F87-45AB-42F5-895F-B40099F620C3}" presName="txSpace" presStyleCnt="0"/>
      <dgm:spPr/>
    </dgm:pt>
    <dgm:pt modelId="{FC55EEE7-05C8-48D9-B7FF-14A7ED09D0C1}" type="pres">
      <dgm:prSet presAssocID="{C89B0F87-45AB-42F5-895F-B40099F620C3}" presName="desTx" presStyleLbl="revTx" presStyleIdx="1" presStyleCnt="8">
        <dgm:presLayoutVars/>
      </dgm:prSet>
      <dgm:spPr/>
    </dgm:pt>
    <dgm:pt modelId="{1418CB43-4202-408C-95F4-20584BA9C121}" type="pres">
      <dgm:prSet presAssocID="{3796A4BC-C21D-45E7-AB10-FA1236D827C2}" presName="sibTrans" presStyleCnt="0"/>
      <dgm:spPr/>
    </dgm:pt>
    <dgm:pt modelId="{9DC34337-C3C2-4132-9E17-5EE4A9D3BF78}" type="pres">
      <dgm:prSet presAssocID="{D8F40800-BA16-4C90-98B4-B2062BC4912F}" presName="compNode" presStyleCnt="0"/>
      <dgm:spPr/>
    </dgm:pt>
    <dgm:pt modelId="{106B744E-F4FD-421C-9B2F-3FE39CD642F6}" type="pres">
      <dgm:prSet presAssocID="{D8F40800-BA16-4C90-98B4-B2062BC4912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d Quotation Mark"/>
        </a:ext>
      </dgm:extLst>
    </dgm:pt>
    <dgm:pt modelId="{7FA8C723-0944-4E56-A023-743D647D421F}" type="pres">
      <dgm:prSet presAssocID="{D8F40800-BA16-4C90-98B4-B2062BC4912F}" presName="iconSpace" presStyleCnt="0"/>
      <dgm:spPr/>
    </dgm:pt>
    <dgm:pt modelId="{6726A4BB-4DED-47E6-B097-2CECDFECE1DF}" type="pres">
      <dgm:prSet presAssocID="{D8F40800-BA16-4C90-98B4-B2062BC4912F}" presName="parTx" presStyleLbl="revTx" presStyleIdx="2" presStyleCnt="8">
        <dgm:presLayoutVars>
          <dgm:chMax val="0"/>
          <dgm:chPref val="0"/>
        </dgm:presLayoutVars>
      </dgm:prSet>
      <dgm:spPr/>
    </dgm:pt>
    <dgm:pt modelId="{4FACFF8F-A080-4068-9579-390161F30353}" type="pres">
      <dgm:prSet presAssocID="{D8F40800-BA16-4C90-98B4-B2062BC4912F}" presName="txSpace" presStyleCnt="0"/>
      <dgm:spPr/>
    </dgm:pt>
    <dgm:pt modelId="{14CF8776-F42B-44EF-AFAA-A9CECF266DC8}" type="pres">
      <dgm:prSet presAssocID="{D8F40800-BA16-4C90-98B4-B2062BC4912F}" presName="desTx" presStyleLbl="revTx" presStyleIdx="3" presStyleCnt="8">
        <dgm:presLayoutVars/>
      </dgm:prSet>
      <dgm:spPr/>
    </dgm:pt>
    <dgm:pt modelId="{EE16947B-2489-4ABE-9940-2D19251B4622}" type="pres">
      <dgm:prSet presAssocID="{72056E2E-EB78-4F04-8BFD-89661ACC8EB6}" presName="sibTrans" presStyleCnt="0"/>
      <dgm:spPr/>
    </dgm:pt>
    <dgm:pt modelId="{079F2B56-2F9A-4964-89A7-BFF58A5D4851}" type="pres">
      <dgm:prSet presAssocID="{AFB2FACC-6643-46FF-B82A-7D30008EFD13}" presName="compNode" presStyleCnt="0"/>
      <dgm:spPr/>
    </dgm:pt>
    <dgm:pt modelId="{107CED94-2082-4191-9BFD-243CD056F799}" type="pres">
      <dgm:prSet presAssocID="{AFB2FACC-6643-46FF-B82A-7D30008EFD1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122B7BC9-2EA8-42E2-846C-079B3E2D1428}" type="pres">
      <dgm:prSet presAssocID="{AFB2FACC-6643-46FF-B82A-7D30008EFD13}" presName="iconSpace" presStyleCnt="0"/>
      <dgm:spPr/>
    </dgm:pt>
    <dgm:pt modelId="{96A802B6-85BE-40FE-9DF6-ADFD963DF4AD}" type="pres">
      <dgm:prSet presAssocID="{AFB2FACC-6643-46FF-B82A-7D30008EFD13}" presName="parTx" presStyleLbl="revTx" presStyleIdx="4" presStyleCnt="8">
        <dgm:presLayoutVars>
          <dgm:chMax val="0"/>
          <dgm:chPref val="0"/>
        </dgm:presLayoutVars>
      </dgm:prSet>
      <dgm:spPr/>
    </dgm:pt>
    <dgm:pt modelId="{9DC49F50-9015-44E5-B14B-CF91B9E7D7A4}" type="pres">
      <dgm:prSet presAssocID="{AFB2FACC-6643-46FF-B82A-7D30008EFD13}" presName="txSpace" presStyleCnt="0"/>
      <dgm:spPr/>
    </dgm:pt>
    <dgm:pt modelId="{7835C756-FEE3-40AA-8192-59F5D4960DE4}" type="pres">
      <dgm:prSet presAssocID="{AFB2FACC-6643-46FF-B82A-7D30008EFD13}" presName="desTx" presStyleLbl="revTx" presStyleIdx="5" presStyleCnt="8">
        <dgm:presLayoutVars/>
      </dgm:prSet>
      <dgm:spPr/>
    </dgm:pt>
    <dgm:pt modelId="{0FC0338E-E3CC-4836-9304-D99B9E2973FD}" type="pres">
      <dgm:prSet presAssocID="{839EB673-09A3-4D3C-BEBA-F990B508EBD6}" presName="sibTrans" presStyleCnt="0"/>
      <dgm:spPr/>
    </dgm:pt>
    <dgm:pt modelId="{3E09BFCF-6D7F-42C0-A7F0-2116B5519257}" type="pres">
      <dgm:prSet presAssocID="{B1C26385-2FC8-43BE-99EB-222B972A1DE3}" presName="compNode" presStyleCnt="0"/>
      <dgm:spPr/>
    </dgm:pt>
    <dgm:pt modelId="{98A426F0-EAE9-4003-B373-25E0DA5199BB}" type="pres">
      <dgm:prSet presAssocID="{B1C26385-2FC8-43BE-99EB-222B972A1DE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54808EF7-E232-43B7-A78D-92BE07CB1902}" type="pres">
      <dgm:prSet presAssocID="{B1C26385-2FC8-43BE-99EB-222B972A1DE3}" presName="iconSpace" presStyleCnt="0"/>
      <dgm:spPr/>
    </dgm:pt>
    <dgm:pt modelId="{EA4E8E66-34D6-45D7-B480-80629890D9E7}" type="pres">
      <dgm:prSet presAssocID="{B1C26385-2FC8-43BE-99EB-222B972A1DE3}" presName="parTx" presStyleLbl="revTx" presStyleIdx="6" presStyleCnt="8">
        <dgm:presLayoutVars>
          <dgm:chMax val="0"/>
          <dgm:chPref val="0"/>
        </dgm:presLayoutVars>
      </dgm:prSet>
      <dgm:spPr/>
    </dgm:pt>
    <dgm:pt modelId="{E5F37203-5442-42D9-9D92-257545D1ABD5}" type="pres">
      <dgm:prSet presAssocID="{B1C26385-2FC8-43BE-99EB-222B972A1DE3}" presName="txSpace" presStyleCnt="0"/>
      <dgm:spPr/>
    </dgm:pt>
    <dgm:pt modelId="{16AF67C1-F1E9-4BF4-BF84-9732590D5A83}" type="pres">
      <dgm:prSet presAssocID="{B1C26385-2FC8-43BE-99EB-222B972A1DE3}" presName="desTx" presStyleLbl="revTx" presStyleIdx="7" presStyleCnt="8">
        <dgm:presLayoutVars/>
      </dgm:prSet>
      <dgm:spPr/>
    </dgm:pt>
  </dgm:ptLst>
  <dgm:cxnLst>
    <dgm:cxn modelId="{EA659F02-ED66-40FE-8556-A64E3852B39B}" srcId="{CFE5F911-DF3F-4FFE-BD70-180C1A746811}" destId="{B1C26385-2FC8-43BE-99EB-222B972A1DE3}" srcOrd="3" destOrd="0" parTransId="{8333C856-018E-49CA-BA48-1D79B1712504}" sibTransId="{03B3B66C-F1D6-4377-8B7B-6EA0257BEEF2}"/>
    <dgm:cxn modelId="{7FE4091A-457E-4D35-A751-FB6F9C363D4D}" type="presOf" srcId="{C89B0F87-45AB-42F5-895F-B40099F620C3}" destId="{7C426994-F476-4289-8B17-16705D68599A}" srcOrd="0" destOrd="0" presId="urn:microsoft.com/office/officeart/2018/2/layout/IconLabelDescriptionList"/>
    <dgm:cxn modelId="{8EC3CF1A-4192-4BC3-B78F-D4837C80438E}" srcId="{AFB2FACC-6643-46FF-B82A-7D30008EFD13}" destId="{8A8F882D-B776-4E76-A9EA-800466FC79BC}" srcOrd="0" destOrd="0" parTransId="{2F4D0FA8-6A2F-4076-9156-7388E924A98D}" sibTransId="{AB09FDD8-6B14-4D46-A2D9-CDF07C18C5A3}"/>
    <dgm:cxn modelId="{26C2F41F-E84D-4B0F-B7F3-EBEC6D50543E}" type="presOf" srcId="{86CB550C-DB67-47F7-B857-2FBD4EA1F898}" destId="{7835C756-FEE3-40AA-8192-59F5D4960DE4}" srcOrd="0" destOrd="1" presId="urn:microsoft.com/office/officeart/2018/2/layout/IconLabelDescriptionList"/>
    <dgm:cxn modelId="{5E1E8121-84E2-4506-9EC9-9CD6A2476E4D}" srcId="{D8F40800-BA16-4C90-98B4-B2062BC4912F}" destId="{F37FA55E-E9A5-45BB-AF81-7D63C8C738CF}" srcOrd="1" destOrd="0" parTransId="{CE5397A3-06C0-4E83-9492-8C50B4FA5061}" sibTransId="{F308971D-4707-4572-AB7D-A37992A37D63}"/>
    <dgm:cxn modelId="{7701B82B-520B-4A60-A21F-1EF1A8F46713}" type="presOf" srcId="{A2967AD7-316A-4500-9753-1A32CAC57CD6}" destId="{14CF8776-F42B-44EF-AFAA-A9CECF266DC8}" srcOrd="0" destOrd="0" presId="urn:microsoft.com/office/officeart/2018/2/layout/IconLabelDescriptionList"/>
    <dgm:cxn modelId="{9E995C30-CB20-481C-AB22-7816B2EC1074}" srcId="{CFE5F911-DF3F-4FFE-BD70-180C1A746811}" destId="{AFB2FACC-6643-46FF-B82A-7D30008EFD13}" srcOrd="2" destOrd="0" parTransId="{E171D5CA-90EE-4283-BAFC-481312CE593B}" sibTransId="{839EB673-09A3-4D3C-BEBA-F990B508EBD6}"/>
    <dgm:cxn modelId="{A16C0B36-F112-4953-A28C-8E497BAA786F}" srcId="{CFE5F911-DF3F-4FFE-BD70-180C1A746811}" destId="{C89B0F87-45AB-42F5-895F-B40099F620C3}" srcOrd="0" destOrd="0" parTransId="{434D4C54-0E35-4BB3-AE39-62D92777E0CE}" sibTransId="{3796A4BC-C21D-45E7-AB10-FA1236D827C2}"/>
    <dgm:cxn modelId="{3968563B-A499-4E79-955C-42660226E1C2}" srcId="{C89B0F87-45AB-42F5-895F-B40099F620C3}" destId="{9F96CAC1-8679-4E28-ADDB-E8C53370F1CE}" srcOrd="0" destOrd="0" parTransId="{9837543F-C18A-49E7-AF9E-0AD758424E82}" sibTransId="{FD43140E-D050-4948-A0C0-2AE39ADFEF81}"/>
    <dgm:cxn modelId="{47679A43-0087-476E-B985-2BD23D4F102F}" type="presOf" srcId="{CFE5F911-DF3F-4FFE-BD70-180C1A746811}" destId="{A51FEC7C-A438-4817-813E-7730F7EEDE4F}" srcOrd="0" destOrd="0" presId="urn:microsoft.com/office/officeart/2018/2/layout/IconLabelDescriptionList"/>
    <dgm:cxn modelId="{17C1AA48-2040-4795-9141-9472D3BFAF10}" type="presOf" srcId="{8A8F882D-B776-4E76-A9EA-800466FC79BC}" destId="{7835C756-FEE3-40AA-8192-59F5D4960DE4}" srcOrd="0" destOrd="0" presId="urn:microsoft.com/office/officeart/2018/2/layout/IconLabelDescriptionList"/>
    <dgm:cxn modelId="{ECCC336B-18ED-4296-A162-67492DE2C4BE}" type="presOf" srcId="{F37FA55E-E9A5-45BB-AF81-7D63C8C738CF}" destId="{14CF8776-F42B-44EF-AFAA-A9CECF266DC8}" srcOrd="0" destOrd="1" presId="urn:microsoft.com/office/officeart/2018/2/layout/IconLabelDescriptionList"/>
    <dgm:cxn modelId="{A094D57E-01D2-4623-95D9-D9DCCEF88ADE}" srcId="{CFE5F911-DF3F-4FFE-BD70-180C1A746811}" destId="{D8F40800-BA16-4C90-98B4-B2062BC4912F}" srcOrd="1" destOrd="0" parTransId="{21C2862E-55D3-43FC-ACE8-367B84E1E48A}" sibTransId="{72056E2E-EB78-4F04-8BFD-89661ACC8EB6}"/>
    <dgm:cxn modelId="{7E75B68B-CAB1-42A1-A845-2092B698703A}" type="presOf" srcId="{B1C26385-2FC8-43BE-99EB-222B972A1DE3}" destId="{EA4E8E66-34D6-45D7-B480-80629890D9E7}" srcOrd="0" destOrd="0" presId="urn:microsoft.com/office/officeart/2018/2/layout/IconLabelDescriptionList"/>
    <dgm:cxn modelId="{BA3313B6-A95F-4E60-9D1D-4504A7C4AA82}" type="presOf" srcId="{9F96CAC1-8679-4E28-ADDB-E8C53370F1CE}" destId="{FC55EEE7-05C8-48D9-B7FF-14A7ED09D0C1}" srcOrd="0" destOrd="0" presId="urn:microsoft.com/office/officeart/2018/2/layout/IconLabelDescriptionList"/>
    <dgm:cxn modelId="{18867FB8-D69F-4924-B53B-D26D5F6819E2}" type="presOf" srcId="{08E464E3-CDEB-478D-B942-FC4641EAF871}" destId="{16AF67C1-F1E9-4BF4-BF84-9732590D5A83}" srcOrd="0" destOrd="0" presId="urn:microsoft.com/office/officeart/2018/2/layout/IconLabelDescriptionList"/>
    <dgm:cxn modelId="{2C80C3C9-B520-4320-B0C7-B92C2659E9AA}" type="presOf" srcId="{D8F40800-BA16-4C90-98B4-B2062BC4912F}" destId="{6726A4BB-4DED-47E6-B097-2CECDFECE1DF}" srcOrd="0" destOrd="0" presId="urn:microsoft.com/office/officeart/2018/2/layout/IconLabelDescriptionList"/>
    <dgm:cxn modelId="{FFC866CB-A2A0-418E-A487-8344CEEE2B10}" srcId="{D8F40800-BA16-4C90-98B4-B2062BC4912F}" destId="{B1E6A81F-6E7E-4741-969A-8C5229023587}" srcOrd="2" destOrd="0" parTransId="{54659BE8-A934-443A-B940-969240CE6B36}" sibTransId="{EA5220E8-61EF-4CA1-B276-1E2761849B35}"/>
    <dgm:cxn modelId="{32008CD0-D484-4D28-92CB-C0F2E0CAE2E7}" srcId="{B1C26385-2FC8-43BE-99EB-222B972A1DE3}" destId="{08E464E3-CDEB-478D-B942-FC4641EAF871}" srcOrd="0" destOrd="0" parTransId="{325CE64E-64C4-4CD0-BA0E-31EF9193097E}" sibTransId="{9926FC18-A7B1-493B-9BE7-3FF0BA01F9A4}"/>
    <dgm:cxn modelId="{51DA7AE2-E1A6-4A9D-8EBC-FF85ED085141}" type="presOf" srcId="{B1E6A81F-6E7E-4741-969A-8C5229023587}" destId="{14CF8776-F42B-44EF-AFAA-A9CECF266DC8}" srcOrd="0" destOrd="2" presId="urn:microsoft.com/office/officeart/2018/2/layout/IconLabelDescriptionList"/>
    <dgm:cxn modelId="{97F078E9-F235-4D0E-85B1-E0A0873BBBA7}" type="presOf" srcId="{AFB2FACC-6643-46FF-B82A-7D30008EFD13}" destId="{96A802B6-85BE-40FE-9DF6-ADFD963DF4AD}" srcOrd="0" destOrd="0" presId="urn:microsoft.com/office/officeart/2018/2/layout/IconLabelDescriptionList"/>
    <dgm:cxn modelId="{4ED79BEC-00A9-4588-96A9-C4E0D9AA9A68}" srcId="{AFB2FACC-6643-46FF-B82A-7D30008EFD13}" destId="{86CB550C-DB67-47F7-B857-2FBD4EA1F898}" srcOrd="1" destOrd="0" parTransId="{89C6DDC4-36A2-4A8B-B24D-36A166DEC5CD}" sibTransId="{C044E287-F17C-4B23-B5BE-288AE6280EFE}"/>
    <dgm:cxn modelId="{150D96F4-BDDF-41ED-AFCF-14203529CBEE}" srcId="{D8F40800-BA16-4C90-98B4-B2062BC4912F}" destId="{A2967AD7-316A-4500-9753-1A32CAC57CD6}" srcOrd="0" destOrd="0" parTransId="{1C9B27EC-765B-4062-9428-A7F9D1AFDDD4}" sibTransId="{E80D6EED-0EBA-4F00-BB27-02A7C2417485}"/>
    <dgm:cxn modelId="{981EC4B2-85FE-413E-AA0E-D95B84207A60}" type="presParOf" srcId="{A51FEC7C-A438-4817-813E-7730F7EEDE4F}" destId="{CB12900E-430F-47AC-8D80-1C322DF8CCAA}" srcOrd="0" destOrd="0" presId="urn:microsoft.com/office/officeart/2018/2/layout/IconLabelDescriptionList"/>
    <dgm:cxn modelId="{D4BCB419-FFFA-4E62-BC66-6DE2AD28F982}" type="presParOf" srcId="{CB12900E-430F-47AC-8D80-1C322DF8CCAA}" destId="{5AA943D9-FAFF-42BF-A67C-88BA7C6F1694}" srcOrd="0" destOrd="0" presId="urn:microsoft.com/office/officeart/2018/2/layout/IconLabelDescriptionList"/>
    <dgm:cxn modelId="{E07EB90D-6F48-4479-BA61-61B8FC25FAE6}" type="presParOf" srcId="{CB12900E-430F-47AC-8D80-1C322DF8CCAA}" destId="{E279BBF9-B039-4BBF-A444-11E46486D6F6}" srcOrd="1" destOrd="0" presId="urn:microsoft.com/office/officeart/2018/2/layout/IconLabelDescriptionList"/>
    <dgm:cxn modelId="{0A194DB5-F25E-453B-906E-6FD20CBC771C}" type="presParOf" srcId="{CB12900E-430F-47AC-8D80-1C322DF8CCAA}" destId="{7C426994-F476-4289-8B17-16705D68599A}" srcOrd="2" destOrd="0" presId="urn:microsoft.com/office/officeart/2018/2/layout/IconLabelDescriptionList"/>
    <dgm:cxn modelId="{0E81B8C4-F1FB-4DB9-9D60-0FC3FCDCAC56}" type="presParOf" srcId="{CB12900E-430F-47AC-8D80-1C322DF8CCAA}" destId="{CFA3F3D3-E99A-4DC5-B29F-0868AE7D69E9}" srcOrd="3" destOrd="0" presId="urn:microsoft.com/office/officeart/2018/2/layout/IconLabelDescriptionList"/>
    <dgm:cxn modelId="{1D899096-4033-460A-909D-AA40C5DFDD17}" type="presParOf" srcId="{CB12900E-430F-47AC-8D80-1C322DF8CCAA}" destId="{FC55EEE7-05C8-48D9-B7FF-14A7ED09D0C1}" srcOrd="4" destOrd="0" presId="urn:microsoft.com/office/officeart/2018/2/layout/IconLabelDescriptionList"/>
    <dgm:cxn modelId="{C798BC3F-09AC-4F47-8FD0-60B9ECE08F9C}" type="presParOf" srcId="{A51FEC7C-A438-4817-813E-7730F7EEDE4F}" destId="{1418CB43-4202-408C-95F4-20584BA9C121}" srcOrd="1" destOrd="0" presId="urn:microsoft.com/office/officeart/2018/2/layout/IconLabelDescriptionList"/>
    <dgm:cxn modelId="{9A93F84B-AA69-48B5-B699-C8695379431F}" type="presParOf" srcId="{A51FEC7C-A438-4817-813E-7730F7EEDE4F}" destId="{9DC34337-C3C2-4132-9E17-5EE4A9D3BF78}" srcOrd="2" destOrd="0" presId="urn:microsoft.com/office/officeart/2018/2/layout/IconLabelDescriptionList"/>
    <dgm:cxn modelId="{B7E67551-595B-4A53-9D25-6DA97DEE0C9D}" type="presParOf" srcId="{9DC34337-C3C2-4132-9E17-5EE4A9D3BF78}" destId="{106B744E-F4FD-421C-9B2F-3FE39CD642F6}" srcOrd="0" destOrd="0" presId="urn:microsoft.com/office/officeart/2018/2/layout/IconLabelDescriptionList"/>
    <dgm:cxn modelId="{3CD11ED8-801A-4F38-BCDD-5EAD4F44B7DE}" type="presParOf" srcId="{9DC34337-C3C2-4132-9E17-5EE4A9D3BF78}" destId="{7FA8C723-0944-4E56-A023-743D647D421F}" srcOrd="1" destOrd="0" presId="urn:microsoft.com/office/officeart/2018/2/layout/IconLabelDescriptionList"/>
    <dgm:cxn modelId="{7E15833F-37CB-4A15-A5C5-7937E8CB232B}" type="presParOf" srcId="{9DC34337-C3C2-4132-9E17-5EE4A9D3BF78}" destId="{6726A4BB-4DED-47E6-B097-2CECDFECE1DF}" srcOrd="2" destOrd="0" presId="urn:microsoft.com/office/officeart/2018/2/layout/IconLabelDescriptionList"/>
    <dgm:cxn modelId="{F58632E4-C8FB-4380-A0FA-F4E935F20D3C}" type="presParOf" srcId="{9DC34337-C3C2-4132-9E17-5EE4A9D3BF78}" destId="{4FACFF8F-A080-4068-9579-390161F30353}" srcOrd="3" destOrd="0" presId="urn:microsoft.com/office/officeart/2018/2/layout/IconLabelDescriptionList"/>
    <dgm:cxn modelId="{C818E6BC-46C1-4E71-BED8-D34C753A6C9D}" type="presParOf" srcId="{9DC34337-C3C2-4132-9E17-5EE4A9D3BF78}" destId="{14CF8776-F42B-44EF-AFAA-A9CECF266DC8}" srcOrd="4" destOrd="0" presId="urn:microsoft.com/office/officeart/2018/2/layout/IconLabelDescriptionList"/>
    <dgm:cxn modelId="{6FA9E739-E565-488A-9A5C-91A4D76FD8CB}" type="presParOf" srcId="{A51FEC7C-A438-4817-813E-7730F7EEDE4F}" destId="{EE16947B-2489-4ABE-9940-2D19251B4622}" srcOrd="3" destOrd="0" presId="urn:microsoft.com/office/officeart/2018/2/layout/IconLabelDescriptionList"/>
    <dgm:cxn modelId="{CD89F256-DA73-4159-B58E-A3A5C8DD936F}" type="presParOf" srcId="{A51FEC7C-A438-4817-813E-7730F7EEDE4F}" destId="{079F2B56-2F9A-4964-89A7-BFF58A5D4851}" srcOrd="4" destOrd="0" presId="urn:microsoft.com/office/officeart/2018/2/layout/IconLabelDescriptionList"/>
    <dgm:cxn modelId="{3FDFDA7F-3DD0-4806-84B0-74E9A7C68942}" type="presParOf" srcId="{079F2B56-2F9A-4964-89A7-BFF58A5D4851}" destId="{107CED94-2082-4191-9BFD-243CD056F799}" srcOrd="0" destOrd="0" presId="urn:microsoft.com/office/officeart/2018/2/layout/IconLabelDescriptionList"/>
    <dgm:cxn modelId="{0B82DC4C-212F-4782-9707-FE6589B50B3B}" type="presParOf" srcId="{079F2B56-2F9A-4964-89A7-BFF58A5D4851}" destId="{122B7BC9-2EA8-42E2-846C-079B3E2D1428}" srcOrd="1" destOrd="0" presId="urn:microsoft.com/office/officeart/2018/2/layout/IconLabelDescriptionList"/>
    <dgm:cxn modelId="{5F0A958D-A1A3-4A3D-813D-C9B6EEB049AB}" type="presParOf" srcId="{079F2B56-2F9A-4964-89A7-BFF58A5D4851}" destId="{96A802B6-85BE-40FE-9DF6-ADFD963DF4AD}" srcOrd="2" destOrd="0" presId="urn:microsoft.com/office/officeart/2018/2/layout/IconLabelDescriptionList"/>
    <dgm:cxn modelId="{069EF957-FF1F-445B-8A1B-CF24C2ACA2E1}" type="presParOf" srcId="{079F2B56-2F9A-4964-89A7-BFF58A5D4851}" destId="{9DC49F50-9015-44E5-B14B-CF91B9E7D7A4}" srcOrd="3" destOrd="0" presId="urn:microsoft.com/office/officeart/2018/2/layout/IconLabelDescriptionList"/>
    <dgm:cxn modelId="{C272D5BF-F819-4FC6-95F7-488178E3FAE9}" type="presParOf" srcId="{079F2B56-2F9A-4964-89A7-BFF58A5D4851}" destId="{7835C756-FEE3-40AA-8192-59F5D4960DE4}" srcOrd="4" destOrd="0" presId="urn:microsoft.com/office/officeart/2018/2/layout/IconLabelDescriptionList"/>
    <dgm:cxn modelId="{D751AE6C-9572-4E01-A482-D5D6E9D2ADCC}" type="presParOf" srcId="{A51FEC7C-A438-4817-813E-7730F7EEDE4F}" destId="{0FC0338E-E3CC-4836-9304-D99B9E2973FD}" srcOrd="5" destOrd="0" presId="urn:microsoft.com/office/officeart/2018/2/layout/IconLabelDescriptionList"/>
    <dgm:cxn modelId="{DA48C8D6-7614-404C-B591-9796A833427C}" type="presParOf" srcId="{A51FEC7C-A438-4817-813E-7730F7EEDE4F}" destId="{3E09BFCF-6D7F-42C0-A7F0-2116B5519257}" srcOrd="6" destOrd="0" presId="urn:microsoft.com/office/officeart/2018/2/layout/IconLabelDescriptionList"/>
    <dgm:cxn modelId="{921CF9CB-67A6-4AC8-A000-5D562D263F37}" type="presParOf" srcId="{3E09BFCF-6D7F-42C0-A7F0-2116B5519257}" destId="{98A426F0-EAE9-4003-B373-25E0DA5199BB}" srcOrd="0" destOrd="0" presId="urn:microsoft.com/office/officeart/2018/2/layout/IconLabelDescriptionList"/>
    <dgm:cxn modelId="{3CD7EFF2-9086-4172-9240-3F3EE7A8021B}" type="presParOf" srcId="{3E09BFCF-6D7F-42C0-A7F0-2116B5519257}" destId="{54808EF7-E232-43B7-A78D-92BE07CB1902}" srcOrd="1" destOrd="0" presId="urn:microsoft.com/office/officeart/2018/2/layout/IconLabelDescriptionList"/>
    <dgm:cxn modelId="{23628A00-E4AD-46A1-BBCD-48D22EA31863}" type="presParOf" srcId="{3E09BFCF-6D7F-42C0-A7F0-2116B5519257}" destId="{EA4E8E66-34D6-45D7-B480-80629890D9E7}" srcOrd="2" destOrd="0" presId="urn:microsoft.com/office/officeart/2018/2/layout/IconLabelDescriptionList"/>
    <dgm:cxn modelId="{8AE53B69-11BC-42F8-A7EC-49E914BBAC9C}" type="presParOf" srcId="{3E09BFCF-6D7F-42C0-A7F0-2116B5519257}" destId="{E5F37203-5442-42D9-9D92-257545D1ABD5}" srcOrd="3" destOrd="0" presId="urn:microsoft.com/office/officeart/2018/2/layout/IconLabelDescriptionList"/>
    <dgm:cxn modelId="{6C20E4ED-A68F-4D53-8F3F-C00B0171AF4F}" type="presParOf" srcId="{3E09BFCF-6D7F-42C0-A7F0-2116B5519257}" destId="{16AF67C1-F1E9-4BF4-BF84-9732590D5A83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DEB6490-4EDA-4EF0-8FE5-BF8938430E2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2BC2626-BB48-4209-A0B2-D236E69CDA6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Data Processed</a:t>
          </a:r>
          <a:r>
            <a:rPr lang="en-US" b="0" i="0" baseline="0" dirty="0"/>
            <a:t>: 30 seeds across 4 cases (Single UE Pedestrian, Single UE Vehicle, 10 UEs Pedestrian, 10 UEs Vehicle)</a:t>
          </a:r>
          <a:endParaRPr lang="en-US" dirty="0"/>
        </a:p>
      </dgm:t>
    </dgm:pt>
    <dgm:pt modelId="{5F9D4B4D-5165-4308-ABE7-A6421C734B1E}" type="parTrans" cxnId="{0F12AAF2-F62F-4854-975E-BB806899C0EC}">
      <dgm:prSet/>
      <dgm:spPr/>
      <dgm:t>
        <a:bodyPr/>
        <a:lstStyle/>
        <a:p>
          <a:endParaRPr lang="en-US"/>
        </a:p>
      </dgm:t>
    </dgm:pt>
    <dgm:pt modelId="{73C52BE5-1A7A-4D9F-AE86-C3DD380DC6C0}" type="sibTrans" cxnId="{0F12AAF2-F62F-4854-975E-BB806899C0EC}">
      <dgm:prSet/>
      <dgm:spPr/>
      <dgm:t>
        <a:bodyPr/>
        <a:lstStyle/>
        <a:p>
          <a:endParaRPr lang="en-US"/>
        </a:p>
      </dgm:t>
    </dgm:pt>
    <dgm:pt modelId="{4A9B8277-9322-4191-94FF-D864825C3A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Features Used: </a:t>
          </a:r>
        </a:p>
        <a:p>
          <a:pPr>
            <a:lnSpc>
              <a:spcPct val="100000"/>
            </a:lnSpc>
          </a:pPr>
          <a:r>
            <a:rPr lang="en-US" b="1" i="0" baseline="0" dirty="0"/>
            <a:t>3 features</a:t>
          </a:r>
          <a:r>
            <a:rPr lang="en-US" b="0" i="0" baseline="0" dirty="0"/>
            <a:t>: {</a:t>
          </a:r>
          <a:r>
            <a:rPr lang="en-US" b="0" dirty="0" err="1"/>
            <a:t>servingCellId</a:t>
          </a:r>
          <a:r>
            <a:rPr lang="en-US" b="0" dirty="0"/>
            <a:t>, </a:t>
          </a:r>
          <a:r>
            <a:rPr lang="en-US" b="0" dirty="0" err="1"/>
            <a:t>bestCellId</a:t>
          </a:r>
          <a:r>
            <a:rPr lang="en-US" b="0" dirty="0"/>
            <a:t>, </a:t>
          </a:r>
          <a:r>
            <a:rPr lang="en-US" b="0" dirty="0" err="1"/>
            <a:t>rsrp_diff</a:t>
          </a:r>
          <a:r>
            <a:rPr lang="en-US" b="0" dirty="0"/>
            <a:t>}</a:t>
          </a:r>
          <a:endParaRPr lang="en-US" dirty="0"/>
        </a:p>
      </dgm:t>
    </dgm:pt>
    <dgm:pt modelId="{FC3F8890-D8B1-49B1-808C-D4A4C1A7D846}" type="parTrans" cxnId="{B5813896-169B-4DDA-BB4F-87813F1BC885}">
      <dgm:prSet/>
      <dgm:spPr/>
      <dgm:t>
        <a:bodyPr/>
        <a:lstStyle/>
        <a:p>
          <a:endParaRPr lang="en-US"/>
        </a:p>
      </dgm:t>
    </dgm:pt>
    <dgm:pt modelId="{AF4BBCC2-018B-4CF8-86AA-74B5BA331281}" type="sibTrans" cxnId="{B5813896-169B-4DDA-BB4F-87813F1BC885}">
      <dgm:prSet/>
      <dgm:spPr/>
      <dgm:t>
        <a:bodyPr/>
        <a:lstStyle/>
        <a:p>
          <a:endParaRPr lang="en-US"/>
        </a:p>
      </dgm:t>
    </dgm:pt>
    <dgm:pt modelId="{9CD79EA3-BD41-4D0F-8EA7-F1C7A50D05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Labels</a:t>
          </a:r>
          <a:r>
            <a:rPr lang="en-US" b="0" i="0" baseline="0" dirty="0"/>
            <a:t>: Labeled for handover and non-handover using event matching</a:t>
          </a:r>
          <a:endParaRPr lang="en-US" dirty="0"/>
        </a:p>
      </dgm:t>
    </dgm:pt>
    <dgm:pt modelId="{A522FA3F-52F3-4C72-B73B-7213A2DC758F}" type="parTrans" cxnId="{6DFC91CE-D5F6-4208-B5C8-69961BA87E69}">
      <dgm:prSet/>
      <dgm:spPr/>
      <dgm:t>
        <a:bodyPr/>
        <a:lstStyle/>
        <a:p>
          <a:endParaRPr lang="en-US"/>
        </a:p>
      </dgm:t>
    </dgm:pt>
    <dgm:pt modelId="{2993E128-1B83-481C-A385-F881E0D34D26}" type="sibTrans" cxnId="{6DFC91CE-D5F6-4208-B5C8-69961BA87E69}">
      <dgm:prSet/>
      <dgm:spPr/>
      <dgm:t>
        <a:bodyPr/>
        <a:lstStyle/>
        <a:p>
          <a:endParaRPr lang="en-US"/>
        </a:p>
      </dgm:t>
    </dgm:pt>
    <dgm:pt modelId="{FDD344AE-0C4E-4D6B-A78A-9B9D876D8E3F}" type="pres">
      <dgm:prSet presAssocID="{1DEB6490-4EDA-4EF0-8FE5-BF8938430E2E}" presName="root" presStyleCnt="0">
        <dgm:presLayoutVars>
          <dgm:dir/>
          <dgm:resizeHandles val="exact"/>
        </dgm:presLayoutVars>
      </dgm:prSet>
      <dgm:spPr/>
    </dgm:pt>
    <dgm:pt modelId="{3C5E008C-28DF-434D-8588-C2C1A5D4E7E9}" type="pres">
      <dgm:prSet presAssocID="{82BC2626-BB48-4209-A0B2-D236E69CDA68}" presName="compNode" presStyleCnt="0"/>
      <dgm:spPr/>
    </dgm:pt>
    <dgm:pt modelId="{6E100928-E642-457F-B074-13668B939E9F}" type="pres">
      <dgm:prSet presAssocID="{82BC2626-BB48-4209-A0B2-D236E69CDA68}" presName="bgRect" presStyleLbl="bgShp" presStyleIdx="0" presStyleCnt="3"/>
      <dgm:spPr/>
    </dgm:pt>
    <dgm:pt modelId="{E11BD807-E325-4C7B-9EBD-B16381A50E7C}" type="pres">
      <dgm:prSet presAssocID="{82BC2626-BB48-4209-A0B2-D236E69CDA6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E93A1589-27BB-479C-A7D1-017A21FEE8D5}" type="pres">
      <dgm:prSet presAssocID="{82BC2626-BB48-4209-A0B2-D236E69CDA68}" presName="spaceRect" presStyleCnt="0"/>
      <dgm:spPr/>
    </dgm:pt>
    <dgm:pt modelId="{C153A53F-E4AB-4E12-9D89-6D185A98282E}" type="pres">
      <dgm:prSet presAssocID="{82BC2626-BB48-4209-A0B2-D236E69CDA68}" presName="parTx" presStyleLbl="revTx" presStyleIdx="0" presStyleCnt="3">
        <dgm:presLayoutVars>
          <dgm:chMax val="0"/>
          <dgm:chPref val="0"/>
        </dgm:presLayoutVars>
      </dgm:prSet>
      <dgm:spPr/>
    </dgm:pt>
    <dgm:pt modelId="{2A9D3911-43D7-4C69-9532-841E45201623}" type="pres">
      <dgm:prSet presAssocID="{73C52BE5-1A7A-4D9F-AE86-C3DD380DC6C0}" presName="sibTrans" presStyleCnt="0"/>
      <dgm:spPr/>
    </dgm:pt>
    <dgm:pt modelId="{95D49707-686F-4803-AA23-3B1BBAAC2BE0}" type="pres">
      <dgm:prSet presAssocID="{4A9B8277-9322-4191-94FF-D864825C3A64}" presName="compNode" presStyleCnt="0"/>
      <dgm:spPr/>
    </dgm:pt>
    <dgm:pt modelId="{3EA9DB70-63DF-43D8-8EF1-FF995835F75D}" type="pres">
      <dgm:prSet presAssocID="{4A9B8277-9322-4191-94FF-D864825C3A64}" presName="bgRect" presStyleLbl="bgShp" presStyleIdx="1" presStyleCnt="3"/>
      <dgm:spPr/>
    </dgm:pt>
    <dgm:pt modelId="{5EAC3913-2343-4A8A-97F9-901AF8CEE7AC}" type="pres">
      <dgm:prSet presAssocID="{4A9B8277-9322-4191-94FF-D864825C3A6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ngle gear with solid fill"/>
        </a:ext>
      </dgm:extLst>
    </dgm:pt>
    <dgm:pt modelId="{FD9A0EA1-406E-4E90-867F-EFA4D7F3512A}" type="pres">
      <dgm:prSet presAssocID="{4A9B8277-9322-4191-94FF-D864825C3A64}" presName="spaceRect" presStyleCnt="0"/>
      <dgm:spPr/>
    </dgm:pt>
    <dgm:pt modelId="{5031872E-0822-40D3-920F-4572BF26E213}" type="pres">
      <dgm:prSet presAssocID="{4A9B8277-9322-4191-94FF-D864825C3A64}" presName="parTx" presStyleLbl="revTx" presStyleIdx="1" presStyleCnt="3">
        <dgm:presLayoutVars>
          <dgm:chMax val="0"/>
          <dgm:chPref val="0"/>
        </dgm:presLayoutVars>
      </dgm:prSet>
      <dgm:spPr/>
    </dgm:pt>
    <dgm:pt modelId="{4B4454EF-DE94-4DB6-B9B3-21B10DC332D9}" type="pres">
      <dgm:prSet presAssocID="{AF4BBCC2-018B-4CF8-86AA-74B5BA331281}" presName="sibTrans" presStyleCnt="0"/>
      <dgm:spPr/>
    </dgm:pt>
    <dgm:pt modelId="{57EE08C1-AE5B-4680-B45D-10A73A4D9A4D}" type="pres">
      <dgm:prSet presAssocID="{9CD79EA3-BD41-4D0F-8EA7-F1C7A50D054A}" presName="compNode" presStyleCnt="0"/>
      <dgm:spPr/>
    </dgm:pt>
    <dgm:pt modelId="{EE27DBB9-7241-4ADE-9BD2-47B4FCCCE036}" type="pres">
      <dgm:prSet presAssocID="{9CD79EA3-BD41-4D0F-8EA7-F1C7A50D054A}" presName="bgRect" presStyleLbl="bgShp" presStyleIdx="2" presStyleCnt="3"/>
      <dgm:spPr/>
    </dgm:pt>
    <dgm:pt modelId="{FB5FCA1C-EBA7-4FDA-8D25-60260F8A0BC5}" type="pres">
      <dgm:prSet presAssocID="{9CD79EA3-BD41-4D0F-8EA7-F1C7A50D054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bel"/>
        </a:ext>
      </dgm:extLst>
    </dgm:pt>
    <dgm:pt modelId="{769774E2-B08A-4983-9242-51E5F6F40780}" type="pres">
      <dgm:prSet presAssocID="{9CD79EA3-BD41-4D0F-8EA7-F1C7A50D054A}" presName="spaceRect" presStyleCnt="0"/>
      <dgm:spPr/>
    </dgm:pt>
    <dgm:pt modelId="{64FDCEDB-A89B-4039-A6B2-98487CD7D60A}" type="pres">
      <dgm:prSet presAssocID="{9CD79EA3-BD41-4D0F-8EA7-F1C7A50D054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F41A213-480B-4A55-A0C6-E5FEE6AD4BCC}" type="presOf" srcId="{9CD79EA3-BD41-4D0F-8EA7-F1C7A50D054A}" destId="{64FDCEDB-A89B-4039-A6B2-98487CD7D60A}" srcOrd="0" destOrd="0" presId="urn:microsoft.com/office/officeart/2018/2/layout/IconVerticalSolidList"/>
    <dgm:cxn modelId="{012EF72B-A83D-4124-A9BC-9E09D03B1B23}" type="presOf" srcId="{82BC2626-BB48-4209-A0B2-D236E69CDA68}" destId="{C153A53F-E4AB-4E12-9D89-6D185A98282E}" srcOrd="0" destOrd="0" presId="urn:microsoft.com/office/officeart/2018/2/layout/IconVerticalSolidList"/>
    <dgm:cxn modelId="{E930AC5B-43F4-4068-A145-B059461754F9}" type="presOf" srcId="{1DEB6490-4EDA-4EF0-8FE5-BF8938430E2E}" destId="{FDD344AE-0C4E-4D6B-A78A-9B9D876D8E3F}" srcOrd="0" destOrd="0" presId="urn:microsoft.com/office/officeart/2018/2/layout/IconVerticalSolidList"/>
    <dgm:cxn modelId="{B5813896-169B-4DDA-BB4F-87813F1BC885}" srcId="{1DEB6490-4EDA-4EF0-8FE5-BF8938430E2E}" destId="{4A9B8277-9322-4191-94FF-D864825C3A64}" srcOrd="1" destOrd="0" parTransId="{FC3F8890-D8B1-49B1-808C-D4A4C1A7D846}" sibTransId="{AF4BBCC2-018B-4CF8-86AA-74B5BA331281}"/>
    <dgm:cxn modelId="{6DFC91CE-D5F6-4208-B5C8-69961BA87E69}" srcId="{1DEB6490-4EDA-4EF0-8FE5-BF8938430E2E}" destId="{9CD79EA3-BD41-4D0F-8EA7-F1C7A50D054A}" srcOrd="2" destOrd="0" parTransId="{A522FA3F-52F3-4C72-B73B-7213A2DC758F}" sibTransId="{2993E128-1B83-481C-A385-F881E0D34D26}"/>
    <dgm:cxn modelId="{D027A8D3-019E-46E3-8A69-E730AB96E7D4}" type="presOf" srcId="{4A9B8277-9322-4191-94FF-D864825C3A64}" destId="{5031872E-0822-40D3-920F-4572BF26E213}" srcOrd="0" destOrd="0" presId="urn:microsoft.com/office/officeart/2018/2/layout/IconVerticalSolidList"/>
    <dgm:cxn modelId="{0F12AAF2-F62F-4854-975E-BB806899C0EC}" srcId="{1DEB6490-4EDA-4EF0-8FE5-BF8938430E2E}" destId="{82BC2626-BB48-4209-A0B2-D236E69CDA68}" srcOrd="0" destOrd="0" parTransId="{5F9D4B4D-5165-4308-ABE7-A6421C734B1E}" sibTransId="{73C52BE5-1A7A-4D9F-AE86-C3DD380DC6C0}"/>
    <dgm:cxn modelId="{1A451C34-FF46-4A7B-9965-D49D336F893F}" type="presParOf" srcId="{FDD344AE-0C4E-4D6B-A78A-9B9D876D8E3F}" destId="{3C5E008C-28DF-434D-8588-C2C1A5D4E7E9}" srcOrd="0" destOrd="0" presId="urn:microsoft.com/office/officeart/2018/2/layout/IconVerticalSolidList"/>
    <dgm:cxn modelId="{B2DC71A5-CE76-4950-955E-605CF4A0476F}" type="presParOf" srcId="{3C5E008C-28DF-434D-8588-C2C1A5D4E7E9}" destId="{6E100928-E642-457F-B074-13668B939E9F}" srcOrd="0" destOrd="0" presId="urn:microsoft.com/office/officeart/2018/2/layout/IconVerticalSolidList"/>
    <dgm:cxn modelId="{A939674E-20F5-40B4-AC21-D69DDC147241}" type="presParOf" srcId="{3C5E008C-28DF-434D-8588-C2C1A5D4E7E9}" destId="{E11BD807-E325-4C7B-9EBD-B16381A50E7C}" srcOrd="1" destOrd="0" presId="urn:microsoft.com/office/officeart/2018/2/layout/IconVerticalSolidList"/>
    <dgm:cxn modelId="{BCC0AE8A-9B81-4C81-AC80-EA4C7E5157E2}" type="presParOf" srcId="{3C5E008C-28DF-434D-8588-C2C1A5D4E7E9}" destId="{E93A1589-27BB-479C-A7D1-017A21FEE8D5}" srcOrd="2" destOrd="0" presId="urn:microsoft.com/office/officeart/2018/2/layout/IconVerticalSolidList"/>
    <dgm:cxn modelId="{92168A42-8383-4CF0-AA5C-F3BFE669C1AA}" type="presParOf" srcId="{3C5E008C-28DF-434D-8588-C2C1A5D4E7E9}" destId="{C153A53F-E4AB-4E12-9D89-6D185A98282E}" srcOrd="3" destOrd="0" presId="urn:microsoft.com/office/officeart/2018/2/layout/IconVerticalSolidList"/>
    <dgm:cxn modelId="{828B8C6C-6BAB-4B21-AF04-8E50A0E79FC5}" type="presParOf" srcId="{FDD344AE-0C4E-4D6B-A78A-9B9D876D8E3F}" destId="{2A9D3911-43D7-4C69-9532-841E45201623}" srcOrd="1" destOrd="0" presId="urn:microsoft.com/office/officeart/2018/2/layout/IconVerticalSolidList"/>
    <dgm:cxn modelId="{2CB8EF23-9CD1-4EDF-B5EA-6A358367E176}" type="presParOf" srcId="{FDD344AE-0C4E-4D6B-A78A-9B9D876D8E3F}" destId="{95D49707-686F-4803-AA23-3B1BBAAC2BE0}" srcOrd="2" destOrd="0" presId="urn:microsoft.com/office/officeart/2018/2/layout/IconVerticalSolidList"/>
    <dgm:cxn modelId="{DA7EA250-F807-4674-B317-D851D7D7E15D}" type="presParOf" srcId="{95D49707-686F-4803-AA23-3B1BBAAC2BE0}" destId="{3EA9DB70-63DF-43D8-8EF1-FF995835F75D}" srcOrd="0" destOrd="0" presId="urn:microsoft.com/office/officeart/2018/2/layout/IconVerticalSolidList"/>
    <dgm:cxn modelId="{714E74FA-C25D-444D-8D46-73528BB061BB}" type="presParOf" srcId="{95D49707-686F-4803-AA23-3B1BBAAC2BE0}" destId="{5EAC3913-2343-4A8A-97F9-901AF8CEE7AC}" srcOrd="1" destOrd="0" presId="urn:microsoft.com/office/officeart/2018/2/layout/IconVerticalSolidList"/>
    <dgm:cxn modelId="{6C4539AD-BFB9-4214-B56A-BE07BF5EF8D5}" type="presParOf" srcId="{95D49707-686F-4803-AA23-3B1BBAAC2BE0}" destId="{FD9A0EA1-406E-4E90-867F-EFA4D7F3512A}" srcOrd="2" destOrd="0" presId="urn:microsoft.com/office/officeart/2018/2/layout/IconVerticalSolidList"/>
    <dgm:cxn modelId="{B5C0B192-F164-47F4-9759-A35D21009C96}" type="presParOf" srcId="{95D49707-686F-4803-AA23-3B1BBAAC2BE0}" destId="{5031872E-0822-40D3-920F-4572BF26E213}" srcOrd="3" destOrd="0" presId="urn:microsoft.com/office/officeart/2018/2/layout/IconVerticalSolidList"/>
    <dgm:cxn modelId="{8E6DE33C-B593-4F44-B224-4ADC799DF31A}" type="presParOf" srcId="{FDD344AE-0C4E-4D6B-A78A-9B9D876D8E3F}" destId="{4B4454EF-DE94-4DB6-B9B3-21B10DC332D9}" srcOrd="3" destOrd="0" presId="urn:microsoft.com/office/officeart/2018/2/layout/IconVerticalSolidList"/>
    <dgm:cxn modelId="{2988864A-26AF-427E-A7C9-3C30A541ADE3}" type="presParOf" srcId="{FDD344AE-0C4E-4D6B-A78A-9B9D876D8E3F}" destId="{57EE08C1-AE5B-4680-B45D-10A73A4D9A4D}" srcOrd="4" destOrd="0" presId="urn:microsoft.com/office/officeart/2018/2/layout/IconVerticalSolidList"/>
    <dgm:cxn modelId="{C9AE6459-01DE-4874-97F2-A06004ACACC3}" type="presParOf" srcId="{57EE08C1-AE5B-4680-B45D-10A73A4D9A4D}" destId="{EE27DBB9-7241-4ADE-9BD2-47B4FCCCE036}" srcOrd="0" destOrd="0" presId="urn:microsoft.com/office/officeart/2018/2/layout/IconVerticalSolidList"/>
    <dgm:cxn modelId="{B285F3D1-7007-4B2A-8C5C-4338DB2DD763}" type="presParOf" srcId="{57EE08C1-AE5B-4680-B45D-10A73A4D9A4D}" destId="{FB5FCA1C-EBA7-4FDA-8D25-60260F8A0BC5}" srcOrd="1" destOrd="0" presId="urn:microsoft.com/office/officeart/2018/2/layout/IconVerticalSolidList"/>
    <dgm:cxn modelId="{A9EA702B-D192-4EDE-931D-F2B78486B8EE}" type="presParOf" srcId="{57EE08C1-AE5B-4680-B45D-10A73A4D9A4D}" destId="{769774E2-B08A-4983-9242-51E5F6F40780}" srcOrd="2" destOrd="0" presId="urn:microsoft.com/office/officeart/2018/2/layout/IconVerticalSolidList"/>
    <dgm:cxn modelId="{40FD2F47-A0C4-4CEA-8AD3-94F44F7BDF5B}" type="presParOf" srcId="{57EE08C1-AE5B-4680-B45D-10A73A4D9A4D}" destId="{64FDCEDB-A89B-4039-A6B2-98487CD7D60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8B73C0-F2B9-4A13-AEDB-C94C3FFA7C61}">
      <dsp:nvSpPr>
        <dsp:cNvPr id="0" name=""/>
        <dsp:cNvSpPr/>
      </dsp:nvSpPr>
      <dsp:spPr>
        <a:xfrm>
          <a:off x="0" y="536"/>
          <a:ext cx="10967508" cy="125472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D3A0EC-577C-402D-8785-B2CAE4233BB9}">
      <dsp:nvSpPr>
        <dsp:cNvPr id="0" name=""/>
        <dsp:cNvSpPr/>
      </dsp:nvSpPr>
      <dsp:spPr>
        <a:xfrm>
          <a:off x="379554" y="282849"/>
          <a:ext cx="690099" cy="6900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C05779-E525-41DB-8AB1-5ED6AFBD6062}">
      <dsp:nvSpPr>
        <dsp:cNvPr id="0" name=""/>
        <dsp:cNvSpPr/>
      </dsp:nvSpPr>
      <dsp:spPr>
        <a:xfrm>
          <a:off x="1449208" y="536"/>
          <a:ext cx="9518299" cy="12547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792" tIns="132792" rIns="132792" bIns="13279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Goal: Predict L3 handover events using simulation database ( </a:t>
          </a:r>
          <a:r>
            <a:rPr lang="en-US" sz="2500" kern="1200" dirty="0" err="1"/>
            <a:t>db</a:t>
          </a:r>
          <a:r>
            <a:rPr lang="en-US" sz="2500" kern="1200" dirty="0"/>
            <a:t> ) files.</a:t>
          </a:r>
        </a:p>
      </dsp:txBody>
      <dsp:txXfrm>
        <a:off x="1449208" y="536"/>
        <a:ext cx="9518299" cy="1254725"/>
      </dsp:txXfrm>
    </dsp:sp>
    <dsp:sp modelId="{073A4CF8-4F21-4CB8-B689-33A4E3AC6CD3}">
      <dsp:nvSpPr>
        <dsp:cNvPr id="0" name=""/>
        <dsp:cNvSpPr/>
      </dsp:nvSpPr>
      <dsp:spPr>
        <a:xfrm>
          <a:off x="0" y="1568943"/>
          <a:ext cx="10967508" cy="125472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DAE288-817E-443E-B4F9-5B3D297B59C5}">
      <dsp:nvSpPr>
        <dsp:cNvPr id="0" name=""/>
        <dsp:cNvSpPr/>
      </dsp:nvSpPr>
      <dsp:spPr>
        <a:xfrm>
          <a:off x="379554" y="1851256"/>
          <a:ext cx="690099" cy="6900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05D628-5B0A-4FC5-8F8C-CF3C36DDD6BB}">
      <dsp:nvSpPr>
        <dsp:cNvPr id="0" name=""/>
        <dsp:cNvSpPr/>
      </dsp:nvSpPr>
      <dsp:spPr>
        <a:xfrm>
          <a:off x="1449208" y="1568943"/>
          <a:ext cx="9518299" cy="12547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792" tIns="132792" rIns="132792" bIns="13279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Source: db file data from 30 different seeds simulating “Pedestrian” and “Vehicular” mobility scenarios.</a:t>
          </a:r>
        </a:p>
      </dsp:txBody>
      <dsp:txXfrm>
        <a:off x="1449208" y="1568943"/>
        <a:ext cx="9518299" cy="1254725"/>
      </dsp:txXfrm>
    </dsp:sp>
    <dsp:sp modelId="{47605804-3EE0-44A1-890B-E2B0050DE041}">
      <dsp:nvSpPr>
        <dsp:cNvPr id="0" name=""/>
        <dsp:cNvSpPr/>
      </dsp:nvSpPr>
      <dsp:spPr>
        <a:xfrm>
          <a:off x="0" y="3137350"/>
          <a:ext cx="10967508" cy="125472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B26169-F8CB-433C-9D52-DA34F0FF3029}">
      <dsp:nvSpPr>
        <dsp:cNvPr id="0" name=""/>
        <dsp:cNvSpPr/>
      </dsp:nvSpPr>
      <dsp:spPr>
        <a:xfrm>
          <a:off x="379554" y="3419663"/>
          <a:ext cx="690099" cy="6900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A376B7-4F71-41A8-895A-DF9F7097BB7B}">
      <dsp:nvSpPr>
        <dsp:cNvPr id="0" name=""/>
        <dsp:cNvSpPr/>
      </dsp:nvSpPr>
      <dsp:spPr>
        <a:xfrm>
          <a:off x="1449208" y="3137350"/>
          <a:ext cx="9518299" cy="12547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792" tIns="132792" rIns="132792" bIns="13279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Approach: ML pipeline using two supervised learning models “ XGBoost " and "Random Forest".</a:t>
          </a:r>
        </a:p>
      </dsp:txBody>
      <dsp:txXfrm>
        <a:off x="1449208" y="3137350"/>
        <a:ext cx="9518299" cy="12547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A943D9-FAFF-42BF-A67C-88BA7C6F1694}">
      <dsp:nvSpPr>
        <dsp:cNvPr id="0" name=""/>
        <dsp:cNvSpPr/>
      </dsp:nvSpPr>
      <dsp:spPr>
        <a:xfrm>
          <a:off x="4160" y="997185"/>
          <a:ext cx="868218" cy="86821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426994-F476-4289-8B17-16705D68599A}">
      <dsp:nvSpPr>
        <dsp:cNvPr id="0" name=""/>
        <dsp:cNvSpPr/>
      </dsp:nvSpPr>
      <dsp:spPr>
        <a:xfrm>
          <a:off x="4160" y="1968528"/>
          <a:ext cx="2480625" cy="372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i="0" kern="1200" baseline="0"/>
            <a:t>What is it?</a:t>
          </a:r>
          <a:endParaRPr lang="en-US" sz="1600" kern="1200"/>
        </a:p>
      </dsp:txBody>
      <dsp:txXfrm>
        <a:off x="4160" y="1968528"/>
        <a:ext cx="2480625" cy="372093"/>
      </dsp:txXfrm>
    </dsp:sp>
    <dsp:sp modelId="{FC55EEE7-05C8-48D9-B7FF-14A7ED09D0C1}">
      <dsp:nvSpPr>
        <dsp:cNvPr id="0" name=""/>
        <dsp:cNvSpPr/>
      </dsp:nvSpPr>
      <dsp:spPr>
        <a:xfrm>
          <a:off x="4160" y="2388587"/>
          <a:ext cx="2480625" cy="1006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 dirty="0"/>
            <a:t>Evaluates model performance in binary classification.</a:t>
          </a:r>
          <a:endParaRPr lang="en-US" sz="1200" kern="1200" dirty="0"/>
        </a:p>
      </dsp:txBody>
      <dsp:txXfrm>
        <a:off x="4160" y="2388587"/>
        <a:ext cx="2480625" cy="1006840"/>
      </dsp:txXfrm>
    </dsp:sp>
    <dsp:sp modelId="{106B744E-F4FD-421C-9B2F-3FE39CD642F6}">
      <dsp:nvSpPr>
        <dsp:cNvPr id="0" name=""/>
        <dsp:cNvSpPr/>
      </dsp:nvSpPr>
      <dsp:spPr>
        <a:xfrm>
          <a:off x="2918895" y="997185"/>
          <a:ext cx="868218" cy="86821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26A4BB-4DED-47E6-B097-2CECDFECE1DF}">
      <dsp:nvSpPr>
        <dsp:cNvPr id="0" name=""/>
        <dsp:cNvSpPr/>
      </dsp:nvSpPr>
      <dsp:spPr>
        <a:xfrm>
          <a:off x="2918895" y="1968528"/>
          <a:ext cx="2480625" cy="372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i="0" kern="1200" baseline="0"/>
            <a:t>Key Terms:</a:t>
          </a:r>
          <a:endParaRPr lang="en-US" sz="1600" kern="1200"/>
        </a:p>
      </dsp:txBody>
      <dsp:txXfrm>
        <a:off x="2918895" y="1968528"/>
        <a:ext cx="2480625" cy="372093"/>
      </dsp:txXfrm>
    </dsp:sp>
    <dsp:sp modelId="{14CF8776-F42B-44EF-AFAA-A9CECF266DC8}">
      <dsp:nvSpPr>
        <dsp:cNvPr id="0" name=""/>
        <dsp:cNvSpPr/>
      </dsp:nvSpPr>
      <dsp:spPr>
        <a:xfrm>
          <a:off x="2918895" y="2388587"/>
          <a:ext cx="2480625" cy="1006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baseline="0"/>
            <a:t>TPR (Recall)</a:t>
          </a:r>
          <a:r>
            <a:rPr lang="en-US" sz="1200" b="0" i="0" kern="1200" baseline="0"/>
            <a:t> = TP / (TP + FN)</a:t>
          </a:r>
          <a:endParaRPr lang="en-US" sz="1200" kern="1200"/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baseline="0"/>
            <a:t>FPR</a:t>
          </a:r>
          <a:r>
            <a:rPr lang="en-US" sz="1200" b="0" i="0" kern="1200" baseline="0"/>
            <a:t> = FP / (FP + TN)</a:t>
          </a:r>
          <a:endParaRPr lang="en-US" sz="1200" kern="1200"/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baseline="0" dirty="0"/>
            <a:t>AUC</a:t>
          </a:r>
          <a:r>
            <a:rPr lang="en-US" sz="1200" b="0" i="0" kern="1200" baseline="0" dirty="0"/>
            <a:t> = Area under ROC curve → higher = better</a:t>
          </a:r>
          <a:endParaRPr lang="en-US" sz="1200" kern="1200" dirty="0"/>
        </a:p>
      </dsp:txBody>
      <dsp:txXfrm>
        <a:off x="2918895" y="2388587"/>
        <a:ext cx="2480625" cy="1006840"/>
      </dsp:txXfrm>
    </dsp:sp>
    <dsp:sp modelId="{107CED94-2082-4191-9BFD-243CD056F799}">
      <dsp:nvSpPr>
        <dsp:cNvPr id="0" name=""/>
        <dsp:cNvSpPr/>
      </dsp:nvSpPr>
      <dsp:spPr>
        <a:xfrm>
          <a:off x="5833629" y="997185"/>
          <a:ext cx="868218" cy="86821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A802B6-85BE-40FE-9DF6-ADFD963DF4AD}">
      <dsp:nvSpPr>
        <dsp:cNvPr id="0" name=""/>
        <dsp:cNvSpPr/>
      </dsp:nvSpPr>
      <dsp:spPr>
        <a:xfrm>
          <a:off x="5833629" y="1968528"/>
          <a:ext cx="2480625" cy="372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i="0" kern="1200" baseline="0"/>
            <a:t>Interpretation</a:t>
          </a:r>
          <a:r>
            <a:rPr lang="en-US" sz="1600" b="1" kern="1200"/>
            <a:t> of ROC curve</a:t>
          </a:r>
          <a:r>
            <a:rPr lang="en-US" sz="1600" b="1" i="0" kern="1200" baseline="0"/>
            <a:t>:</a:t>
          </a:r>
          <a:endParaRPr lang="en-US" sz="1600" kern="1200"/>
        </a:p>
      </dsp:txBody>
      <dsp:txXfrm>
        <a:off x="5833629" y="1968528"/>
        <a:ext cx="2480625" cy="372093"/>
      </dsp:txXfrm>
    </dsp:sp>
    <dsp:sp modelId="{7835C756-FEE3-40AA-8192-59F5D4960DE4}">
      <dsp:nvSpPr>
        <dsp:cNvPr id="0" name=""/>
        <dsp:cNvSpPr/>
      </dsp:nvSpPr>
      <dsp:spPr>
        <a:xfrm>
          <a:off x="5833629" y="2388587"/>
          <a:ext cx="2480625" cy="1006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/>
            <a:t>Curve closer to </a:t>
          </a:r>
          <a:r>
            <a:rPr lang="en-US" sz="1200" b="1" i="0" kern="1200" baseline="0"/>
            <a:t>top-left</a:t>
          </a:r>
          <a:r>
            <a:rPr lang="en-US" sz="1200" b="0" i="0" kern="1200" baseline="0"/>
            <a:t> = better performance</a:t>
          </a:r>
          <a:endParaRPr lang="en-US" sz="1200" kern="1200"/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/>
            <a:t>Diagonal line = random guess</a:t>
          </a:r>
          <a:endParaRPr lang="en-US" sz="1200" kern="1200"/>
        </a:p>
      </dsp:txBody>
      <dsp:txXfrm>
        <a:off x="5833629" y="2388587"/>
        <a:ext cx="2480625" cy="1006840"/>
      </dsp:txXfrm>
    </dsp:sp>
    <dsp:sp modelId="{98A426F0-EAE9-4003-B373-25E0DA5199BB}">
      <dsp:nvSpPr>
        <dsp:cNvPr id="0" name=""/>
        <dsp:cNvSpPr/>
      </dsp:nvSpPr>
      <dsp:spPr>
        <a:xfrm>
          <a:off x="8748364" y="997185"/>
          <a:ext cx="868218" cy="86821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4E8E66-34D6-45D7-B480-80629890D9E7}">
      <dsp:nvSpPr>
        <dsp:cNvPr id="0" name=""/>
        <dsp:cNvSpPr/>
      </dsp:nvSpPr>
      <dsp:spPr>
        <a:xfrm>
          <a:off x="8748364" y="1968528"/>
          <a:ext cx="2480625" cy="372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i="0" kern="1200" baseline="0"/>
            <a:t>In this thesis:</a:t>
          </a:r>
          <a:endParaRPr lang="en-US" sz="1600" kern="1200"/>
        </a:p>
      </dsp:txBody>
      <dsp:txXfrm>
        <a:off x="8748364" y="1968528"/>
        <a:ext cx="2480625" cy="372093"/>
      </dsp:txXfrm>
    </dsp:sp>
    <dsp:sp modelId="{16AF67C1-F1E9-4BF4-BF84-9732590D5A83}">
      <dsp:nvSpPr>
        <dsp:cNvPr id="0" name=""/>
        <dsp:cNvSpPr/>
      </dsp:nvSpPr>
      <dsp:spPr>
        <a:xfrm>
          <a:off x="8748364" y="2388587"/>
          <a:ext cx="2480625" cy="1006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measure</a:t>
          </a:r>
          <a:r>
            <a:rPr lang="en-US" sz="1200" b="0" i="0" kern="1200" baseline="0" dirty="0"/>
            <a:t> how well models </a:t>
          </a:r>
          <a:r>
            <a:rPr lang="en-US" sz="1200" b="1" i="0" kern="1200" baseline="0" dirty="0"/>
            <a:t>balance sensitivity vs. specificity</a:t>
          </a:r>
          <a:r>
            <a:rPr lang="en-US" sz="1200" b="0" i="0" kern="1200" baseline="0" dirty="0"/>
            <a:t> in handover event prediction. The ROC results were done during model evaluation, but the detailed results are not included in today’s presentation</a:t>
          </a:r>
          <a:endParaRPr lang="en-US" sz="1200" kern="1200" dirty="0"/>
        </a:p>
      </dsp:txBody>
      <dsp:txXfrm>
        <a:off x="8748364" y="2388587"/>
        <a:ext cx="2480625" cy="10068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100928-E642-457F-B074-13668B939E9F}">
      <dsp:nvSpPr>
        <dsp:cNvPr id="0" name=""/>
        <dsp:cNvSpPr/>
      </dsp:nvSpPr>
      <dsp:spPr>
        <a:xfrm>
          <a:off x="0" y="536"/>
          <a:ext cx="11233150" cy="125472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1BD807-E325-4C7B-9EBD-B16381A50E7C}">
      <dsp:nvSpPr>
        <dsp:cNvPr id="0" name=""/>
        <dsp:cNvSpPr/>
      </dsp:nvSpPr>
      <dsp:spPr>
        <a:xfrm>
          <a:off x="379554" y="282849"/>
          <a:ext cx="690099" cy="6900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53A53F-E4AB-4E12-9D89-6D185A98282E}">
      <dsp:nvSpPr>
        <dsp:cNvPr id="0" name=""/>
        <dsp:cNvSpPr/>
      </dsp:nvSpPr>
      <dsp:spPr>
        <a:xfrm>
          <a:off x="1449208" y="536"/>
          <a:ext cx="9783941" cy="12547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792" tIns="132792" rIns="132792" bIns="13279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 dirty="0"/>
            <a:t>Data Processed</a:t>
          </a:r>
          <a:r>
            <a:rPr lang="en-US" sz="2500" b="0" i="0" kern="1200" baseline="0" dirty="0"/>
            <a:t>: 30 seeds across 4 cases (Single UE Pedestrian, Single UE Vehicle, 10 UEs Pedestrian, 10 UEs Vehicle)</a:t>
          </a:r>
          <a:endParaRPr lang="en-US" sz="2500" kern="1200" dirty="0"/>
        </a:p>
      </dsp:txBody>
      <dsp:txXfrm>
        <a:off x="1449208" y="536"/>
        <a:ext cx="9783941" cy="1254725"/>
      </dsp:txXfrm>
    </dsp:sp>
    <dsp:sp modelId="{3EA9DB70-63DF-43D8-8EF1-FF995835F75D}">
      <dsp:nvSpPr>
        <dsp:cNvPr id="0" name=""/>
        <dsp:cNvSpPr/>
      </dsp:nvSpPr>
      <dsp:spPr>
        <a:xfrm>
          <a:off x="0" y="1568943"/>
          <a:ext cx="11233150" cy="125472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AC3913-2343-4A8A-97F9-901AF8CEE7AC}">
      <dsp:nvSpPr>
        <dsp:cNvPr id="0" name=""/>
        <dsp:cNvSpPr/>
      </dsp:nvSpPr>
      <dsp:spPr>
        <a:xfrm>
          <a:off x="379554" y="1851256"/>
          <a:ext cx="690099" cy="6900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31872E-0822-40D3-920F-4572BF26E213}">
      <dsp:nvSpPr>
        <dsp:cNvPr id="0" name=""/>
        <dsp:cNvSpPr/>
      </dsp:nvSpPr>
      <dsp:spPr>
        <a:xfrm>
          <a:off x="1449208" y="1568943"/>
          <a:ext cx="9783941" cy="12547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792" tIns="132792" rIns="132792" bIns="13279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 dirty="0"/>
            <a:t>Features Used: </a:t>
          </a:r>
        </a:p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 dirty="0"/>
            <a:t>3 features</a:t>
          </a:r>
          <a:r>
            <a:rPr lang="en-US" sz="2500" b="0" i="0" kern="1200" baseline="0" dirty="0"/>
            <a:t>: {</a:t>
          </a:r>
          <a:r>
            <a:rPr lang="en-US" sz="2500" b="0" kern="1200" dirty="0" err="1"/>
            <a:t>servingCellId</a:t>
          </a:r>
          <a:r>
            <a:rPr lang="en-US" sz="2500" b="0" kern="1200" dirty="0"/>
            <a:t>, </a:t>
          </a:r>
          <a:r>
            <a:rPr lang="en-US" sz="2500" b="0" kern="1200" dirty="0" err="1"/>
            <a:t>bestCellId</a:t>
          </a:r>
          <a:r>
            <a:rPr lang="en-US" sz="2500" b="0" kern="1200" dirty="0"/>
            <a:t>, </a:t>
          </a:r>
          <a:r>
            <a:rPr lang="en-US" sz="2500" b="0" kern="1200" dirty="0" err="1"/>
            <a:t>rsrp_diff</a:t>
          </a:r>
          <a:r>
            <a:rPr lang="en-US" sz="2500" b="0" kern="1200" dirty="0"/>
            <a:t>}</a:t>
          </a:r>
          <a:endParaRPr lang="en-US" sz="2500" kern="1200" dirty="0"/>
        </a:p>
      </dsp:txBody>
      <dsp:txXfrm>
        <a:off x="1449208" y="1568943"/>
        <a:ext cx="9783941" cy="1254725"/>
      </dsp:txXfrm>
    </dsp:sp>
    <dsp:sp modelId="{EE27DBB9-7241-4ADE-9BD2-47B4FCCCE036}">
      <dsp:nvSpPr>
        <dsp:cNvPr id="0" name=""/>
        <dsp:cNvSpPr/>
      </dsp:nvSpPr>
      <dsp:spPr>
        <a:xfrm>
          <a:off x="0" y="3137350"/>
          <a:ext cx="11233150" cy="125472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5FCA1C-EBA7-4FDA-8D25-60260F8A0BC5}">
      <dsp:nvSpPr>
        <dsp:cNvPr id="0" name=""/>
        <dsp:cNvSpPr/>
      </dsp:nvSpPr>
      <dsp:spPr>
        <a:xfrm>
          <a:off x="379554" y="3419664"/>
          <a:ext cx="690099" cy="6900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FDCEDB-A89B-4039-A6B2-98487CD7D60A}">
      <dsp:nvSpPr>
        <dsp:cNvPr id="0" name=""/>
        <dsp:cNvSpPr/>
      </dsp:nvSpPr>
      <dsp:spPr>
        <a:xfrm>
          <a:off x="1449208" y="3137350"/>
          <a:ext cx="9783941" cy="12547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792" tIns="132792" rIns="132792" bIns="13279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 dirty="0"/>
            <a:t>Labels</a:t>
          </a:r>
          <a:r>
            <a:rPr lang="en-US" sz="2500" b="0" i="0" kern="1200" baseline="0" dirty="0"/>
            <a:t>: Labeled for handover and non-handover using event matching</a:t>
          </a:r>
          <a:endParaRPr lang="en-US" sz="2500" kern="1200" dirty="0"/>
        </a:p>
      </dsp:txBody>
      <dsp:txXfrm>
        <a:off x="1449208" y="3137350"/>
        <a:ext cx="9783941" cy="12547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FD348-9C7F-4865-875C-863EC6E2CB8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294207-A46E-4F9A-91C9-BB4398CEA98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105526-C577-427D-800D-7921EA1602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CA4CFA-39AC-4AB6-B521-EBDB0AF74AF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7AEDCC-D3AE-4D3E-A1AA-6BA600F27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262122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Ericsson Hilda Light" panose="000004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Ericsson Hilda Light" panose="00000400000000000000" pitchFamily="2" charset="0"/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Ericsson Hilda Light" panose="000004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Ericsson Hilda Light" panose="00000400000000000000" pitchFamily="2" charset="0"/>
              </a:defRPr>
            </a:lvl1pPr>
          </a:lstStyle>
          <a:p>
            <a:fld id="{F949BC75-2359-4F98-918A-7033C92AD48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333820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Ericsson Hilda Light" panose="000004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Ericsson Hilda Light" panose="000004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Ericsson Hilda Light" panose="000004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Ericsson Hilda Light" panose="000004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Ericsson Hilda Light" panose="000004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9BC75-2359-4F98-918A-7033C92AD48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6238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en-GB"/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A9966BF-A434-4BC2-9969-A0AE8B068B9B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9822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85500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25099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80131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41323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10/10/25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57715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10/10/25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5C238AE-B919-9809-12E5-0BCF22BCB379}"/>
              </a:ext>
            </a:extLst>
          </p:cNvPr>
          <p:cNvSpPr txBox="1"/>
          <p:nvPr userDrawn="1"/>
        </p:nvSpPr>
        <p:spPr>
          <a:xfrm>
            <a:off x="421638" y="6524625"/>
            <a:ext cx="3590727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EFLEDBA Fabian De Laval  |  2025-05-12  |  Ericsson Internal  |  Page </a:t>
            </a:r>
            <a:fld id="{B49500C5-DAE7-4BC0-87FF-12911232D32A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r>
              <a:rPr lang="en-US" sz="800" b="0" i="0" u="none">
                <a:solidFill>
                  <a:schemeClr val="tx1"/>
                </a:solidFill>
                <a:latin typeface="+mn-lt"/>
              </a:rPr>
              <a:t> of 45</a:t>
            </a:r>
          </a:p>
        </p:txBody>
      </p:sp>
    </p:spTree>
    <p:extLst>
      <p:ext uri="{BB962C8B-B14F-4D97-AF65-F5344CB8AC3E}">
        <p14:creationId xmlns:p14="http://schemas.microsoft.com/office/powerpoint/2010/main" val="433036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10/10/25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DAE665F6-AD36-26F8-F353-21F2C6F5353D}"/>
              </a:ext>
            </a:extLst>
          </p:cNvPr>
          <p:cNvSpPr txBox="1"/>
          <p:nvPr userDrawn="1"/>
        </p:nvSpPr>
        <p:spPr>
          <a:xfrm>
            <a:off x="421638" y="6524625"/>
            <a:ext cx="3590727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EFLEDBA Fabian De Laval  |  2025-05-12  |  Ericsson Internal  |  Page </a:t>
            </a:r>
            <a:fld id="{921C2F4D-6A1B-4414-94C6-C6BE6E22AF77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r>
              <a:rPr lang="en-US" sz="800" b="0" i="0" u="none">
                <a:solidFill>
                  <a:schemeClr val="tx1"/>
                </a:solidFill>
                <a:latin typeface="+mn-lt"/>
              </a:rPr>
              <a:t> of 45</a:t>
            </a:r>
          </a:p>
        </p:txBody>
      </p:sp>
    </p:spTree>
    <p:extLst>
      <p:ext uri="{BB962C8B-B14F-4D97-AF65-F5344CB8AC3E}">
        <p14:creationId xmlns:p14="http://schemas.microsoft.com/office/powerpoint/2010/main" val="1562196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8484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67789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3188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22420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3725039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04654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10/10/25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49416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10/10/25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49776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8368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47391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itle_TM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50"/>
            <a:ext cx="8353426" cy="3457576"/>
          </a:xfrm>
        </p:spPr>
        <p:txBody>
          <a:bodyPr/>
          <a:lstStyle>
            <a:lvl1pPr>
              <a:lnSpc>
                <a:spcPct val="85000"/>
              </a:lnSpc>
              <a:defRPr sz="8000" b="0" kern="1400" spc="-16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Title/cover page,   Ericsson Hilda Light 80pt, max 3-lines</a:t>
            </a:r>
          </a:p>
        </p:txBody>
      </p:sp>
      <p:sp>
        <p:nvSpPr>
          <p:cNvPr id="22530" name="SubTitle_TM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5" y="4149725"/>
            <a:ext cx="5472114" cy="2087563"/>
          </a:xfrm>
          <a:prstGeom prst="rect">
            <a:avLst/>
          </a:prstGeom>
        </p:spPr>
        <p:txBody>
          <a:bodyPr lIns="7200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Description/subtitle/speaker…</a:t>
            </a:r>
            <a:br>
              <a:rPr lang="en-GB"/>
            </a:br>
            <a:r>
              <a:rPr lang="en-US"/>
              <a:t>Ericsson Hilda Black 20pt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6240463" y="6264000"/>
            <a:ext cx="1910479" cy="262800"/>
          </a:xfrm>
          <a:prstGeom prst="rect">
            <a:avLst/>
          </a:prstGeom>
        </p:spPr>
        <p:txBody>
          <a:bodyPr wrap="none" tIns="0" bIns="0" anchor="ctr" anchorCtr="0"/>
          <a:lstStyle>
            <a:lvl1pPr marL="0" indent="0" algn="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Speaker name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1" hasCustomPrompt="1"/>
          </p:nvPr>
        </p:nvSpPr>
        <p:spPr>
          <a:xfrm>
            <a:off x="8229600" y="6264000"/>
            <a:ext cx="2515041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Organization</a:t>
            </a:r>
          </a:p>
        </p:txBody>
      </p:sp>
      <p:sp>
        <p:nvSpPr>
          <p:cNvPr id="15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10811951" y="6264000"/>
            <a:ext cx="897503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YYYY-MM-DD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72C1EE1F-EF94-4EBA-A010-8BC3D2F38C39}"/>
              </a:ext>
            </a:extLst>
          </p:cNvPr>
          <p:cNvSpPr txBox="1"/>
          <p:nvPr userDrawn="1"/>
        </p:nvSpPr>
        <p:spPr>
          <a:xfrm>
            <a:off x="421638" y="6524625"/>
            <a:ext cx="3590727" cy="24622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 dirty="0">
                <a:solidFill>
                  <a:schemeClr val="tx1"/>
                </a:solidFill>
                <a:latin typeface="+mn-lt"/>
              </a:rPr>
              <a:t>  |  EFLEDBA Fabian De Laval  |  2025-05-12  |  Ericsson Internal  |  Page </a:t>
            </a:r>
            <a:fld id="{DDCD3906-5DE4-4864-8300-AA67AE6BDB05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r>
              <a:rPr lang="en-US" sz="800" b="0" i="0" u="none" dirty="0">
                <a:solidFill>
                  <a:schemeClr val="tx1"/>
                </a:solidFill>
                <a:latin typeface="+mn-lt"/>
              </a:rPr>
              <a:t> of 18</a:t>
            </a:r>
          </a:p>
          <a:p>
            <a:pPr marL="0" indent="0" algn="l">
              <a:buFontTx/>
              <a:buNone/>
            </a:pPr>
            <a:endParaRPr lang="en-US" sz="800" b="0" i="0" u="none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84310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1844675"/>
            <a:ext cx="11233150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3590727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 dirty="0">
                <a:solidFill>
                  <a:schemeClr val="tx1"/>
                </a:solidFill>
                <a:latin typeface="+mn-lt"/>
              </a:rPr>
              <a:t>  |  EFLEDBA Fabian De Laval  |  2025-05-12  |  Ericsson Internal  |  Page </a:t>
            </a:r>
            <a:fld id="{AFC8DBDE-AD8C-4C49-BBBC-E699F5012771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r>
              <a:rPr lang="en-US" sz="800" b="0" i="0" u="none" dirty="0">
                <a:solidFill>
                  <a:schemeClr val="tx1"/>
                </a:solidFill>
                <a:latin typeface="+mn-lt"/>
              </a:rPr>
              <a:t> of 18</a:t>
            </a:r>
          </a:p>
        </p:txBody>
      </p:sp>
    </p:spTree>
    <p:extLst>
      <p:ext uri="{BB962C8B-B14F-4D97-AF65-F5344CB8AC3E}">
        <p14:creationId xmlns:p14="http://schemas.microsoft.com/office/powerpoint/2010/main" val="25249343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1 smalle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_SM">
            <a:extLst>
              <a:ext uri="{FF2B5EF4-FFF2-40B4-BE49-F238E27FC236}">
                <a16:creationId xmlns:a16="http://schemas.microsoft.com/office/drawing/2014/main" id="{3F4EF873-DC0F-4698-BEC2-502DB043AA5C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presentations using short and crisp headings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4F54AF-EED6-486A-9ACA-42061F4AAE9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8353426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DB8BC610-C1B0-4C6A-B5C2-80DA487CE5DE}"/>
              </a:ext>
            </a:extLst>
          </p:cNvPr>
          <p:cNvSpPr txBox="1"/>
          <p:nvPr userDrawn="1"/>
        </p:nvSpPr>
        <p:spPr>
          <a:xfrm>
            <a:off x="421638" y="6524625"/>
            <a:ext cx="3590727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 dirty="0">
                <a:solidFill>
                  <a:schemeClr val="tx1"/>
                </a:solidFill>
                <a:latin typeface="+mn-lt"/>
              </a:rPr>
              <a:t>  |  EFLEDBA Fabian De Laval  |  2025-05-12  |  Ericsson Internal  |  Page </a:t>
            </a:r>
            <a:fld id="{002D4C01-796F-4988-89D3-A181CD1FFDE8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r>
              <a:rPr lang="en-US" sz="800" b="0" i="0" u="none" dirty="0">
                <a:solidFill>
                  <a:schemeClr val="tx1"/>
                </a:solidFill>
                <a:latin typeface="+mn-lt"/>
              </a:rPr>
              <a:t> of 18</a:t>
            </a:r>
          </a:p>
        </p:txBody>
      </p:sp>
    </p:spTree>
    <p:extLst>
      <p:ext uri="{BB962C8B-B14F-4D97-AF65-F5344CB8AC3E}">
        <p14:creationId xmlns:p14="http://schemas.microsoft.com/office/powerpoint/2010/main" val="22202743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_SM">
            <a:extLst>
              <a:ext uri="{FF2B5EF4-FFF2-40B4-BE49-F238E27FC236}">
                <a16:creationId xmlns:a16="http://schemas.microsoft.com/office/drawing/2014/main" id="{2C948968-FB06-45CC-8259-6BDE4430EAC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655" y="1844674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2694" y="1847723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4" hasCustomPrompt="1"/>
          </p:nvPr>
        </p:nvSpPr>
        <p:spPr>
          <a:xfrm>
            <a:off x="6242694" y="4151955"/>
            <a:ext cx="5472113" cy="2087564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BD2C41D-0700-4885-AB77-25AFFE4E1FD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1655" y="4152597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49048C1-340D-44C4-857B-1B201EC9A7E7}"/>
              </a:ext>
            </a:extLst>
          </p:cNvPr>
          <p:cNvSpPr txBox="1"/>
          <p:nvPr userDrawn="1"/>
        </p:nvSpPr>
        <p:spPr>
          <a:xfrm>
            <a:off x="421638" y="6524625"/>
            <a:ext cx="3590727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 dirty="0">
                <a:solidFill>
                  <a:schemeClr val="tx1"/>
                </a:solidFill>
                <a:latin typeface="+mn-lt"/>
              </a:rPr>
              <a:t>  |  EFLEDBA Fabian De Laval  |  2025-05-12  |  Ericsson Internal  |  Page </a:t>
            </a:r>
            <a:fld id="{6800C9E0-95BC-4BC9-A277-E6900ED91617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r>
              <a:rPr lang="en-US" sz="800" b="0" i="0" u="none" dirty="0">
                <a:solidFill>
                  <a:schemeClr val="tx1"/>
                </a:solidFill>
                <a:latin typeface="+mn-lt"/>
              </a:rPr>
              <a:t> of 18</a:t>
            </a:r>
          </a:p>
        </p:txBody>
      </p:sp>
    </p:spTree>
    <p:extLst>
      <p:ext uri="{BB962C8B-B14F-4D97-AF65-F5344CB8AC3E}">
        <p14:creationId xmlns:p14="http://schemas.microsoft.com/office/powerpoint/2010/main" val="3824304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ck logo 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_TM">
            <a:extLst>
              <a:ext uri="{FF2B5EF4-FFF2-40B4-BE49-F238E27FC236}">
                <a16:creationId xmlns:a16="http://schemas.microsoft.com/office/drawing/2014/main" id="{B200748E-0B61-48E1-8B47-504C30250995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074195" y="5004940"/>
            <a:ext cx="6045994" cy="347472"/>
          </a:xfrm>
          <a:prstGeom prst="rect">
            <a:avLst/>
          </a:prstGeom>
        </p:spPr>
        <p:txBody>
          <a:bodyPr rIns="7200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Use this space for relevant Ericsson URLs or hashtags</a:t>
            </a:r>
          </a:p>
        </p:txBody>
      </p:sp>
      <p:pic>
        <p:nvPicPr>
          <p:cNvPr id="2" name="image">
            <a:extLst>
              <a:ext uri="{FF2B5EF4-FFF2-40B4-BE49-F238E27FC236}">
                <a16:creationId xmlns:a16="http://schemas.microsoft.com/office/drawing/2014/main" id="{3DDE3DF2-4191-6EC8-7BFC-F1AAA9CFC1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177" y="2259975"/>
            <a:ext cx="2120176" cy="2121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6038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P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103FF1A-D345-1C56-590F-D823A889B028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err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1" name="Title_TM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50"/>
            <a:ext cx="8353426" cy="3457576"/>
          </a:xfrm>
        </p:spPr>
        <p:txBody>
          <a:bodyPr/>
          <a:lstStyle>
            <a:lvl1pPr>
              <a:lnSpc>
                <a:spcPct val="85000"/>
              </a:lnSpc>
              <a:defRPr sz="8000" b="0" kern="1400" spc="-16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Title/cover page,   Ericsson Hilda Light 80pt, max 3-lines</a:t>
            </a:r>
          </a:p>
        </p:txBody>
      </p:sp>
      <p:sp>
        <p:nvSpPr>
          <p:cNvPr id="22530" name="SubTitle_TM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5" y="4149725"/>
            <a:ext cx="5472114" cy="2087563"/>
          </a:xfrm>
          <a:prstGeom prst="rect">
            <a:avLst/>
          </a:prstGeom>
        </p:spPr>
        <p:txBody>
          <a:bodyPr lIns="7200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Description/subtitle/speaker…</a:t>
            </a:r>
            <a:br>
              <a:rPr lang="en-GB"/>
            </a:br>
            <a:r>
              <a:rPr lang="en-US"/>
              <a:t>Ericsson Hilda Black 20pt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6240463" y="6264000"/>
            <a:ext cx="1910479" cy="262800"/>
          </a:xfrm>
          <a:prstGeom prst="rect">
            <a:avLst/>
          </a:prstGeom>
        </p:spPr>
        <p:txBody>
          <a:bodyPr wrap="none" tIns="0" bIns="0" anchor="ctr" anchorCtr="0"/>
          <a:lstStyle>
            <a:lvl1pPr marL="0" indent="0" algn="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Speaker name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1" hasCustomPrompt="1"/>
          </p:nvPr>
        </p:nvSpPr>
        <p:spPr>
          <a:xfrm>
            <a:off x="8229600" y="6264000"/>
            <a:ext cx="2515041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Organization</a:t>
            </a:r>
          </a:p>
        </p:txBody>
      </p:sp>
      <p:sp>
        <p:nvSpPr>
          <p:cNvPr id="15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10811951" y="6264000"/>
            <a:ext cx="897503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YYYY-MM-DD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72C1EE1F-EF94-4EBA-A010-8BC3D2F38C39}"/>
              </a:ext>
            </a:extLst>
          </p:cNvPr>
          <p:cNvSpPr txBox="1"/>
          <p:nvPr userDrawn="1"/>
        </p:nvSpPr>
        <p:spPr>
          <a:xfrm>
            <a:off x="421638" y="6524625"/>
            <a:ext cx="3590727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EFLEDBA Fabian De Laval  |  2025-05-12  |  Ericsson Internal  |  Page </a:t>
            </a:r>
            <a:fld id="{D9B899C9-93EB-4ED1-92FC-1E91F78FE2ED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r>
              <a:rPr lang="en-US" sz="800" b="0" i="0" u="none">
                <a:solidFill>
                  <a:schemeClr val="tx1"/>
                </a:solidFill>
                <a:latin typeface="+mn-lt"/>
              </a:rPr>
              <a:t> of 45</a:t>
            </a: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0EAB151C-EA5D-17DC-B535-00FFB9FD81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3015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E6869961-F931-4F1E-9FB3-8587EBA3F36F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err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03FD5EF-20DB-46AB-B412-DF9112353719}"/>
              </a:ext>
            </a:extLst>
          </p:cNvPr>
          <p:cNvSpPr txBox="1"/>
          <p:nvPr userDrawn="1"/>
        </p:nvSpPr>
        <p:spPr>
          <a:xfrm>
            <a:off x="421638" y="6524625"/>
            <a:ext cx="3590727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EFLEDBA Fabian De Laval  |  2025-05-12  |  Ericsson Internal  |  Page </a:t>
            </a:r>
            <a:fld id="{358F2EF6-1EC3-4AB2-98BC-DA88D9911908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r>
              <a:rPr lang="en-US" sz="800" b="0" i="0" u="none">
                <a:solidFill>
                  <a:schemeClr val="tx1"/>
                </a:solidFill>
                <a:latin typeface="+mn-lt"/>
              </a:rPr>
              <a:t> of 45</a:t>
            </a: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78DD11F5-924D-4907-D01E-DCB632C069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4747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44ECCE6-4D94-443E-8C20-CA233A5C0572}"/>
              </a:ext>
            </a:extLst>
          </p:cNvPr>
          <p:cNvSpPr txBox="1"/>
          <p:nvPr userDrawn="1"/>
        </p:nvSpPr>
        <p:spPr>
          <a:xfrm>
            <a:off x="421638" y="6524625"/>
            <a:ext cx="3590727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EFLEDBA Fabian De Laval  |  2025-05-12  |  Ericsson Internal  |  Page </a:t>
            </a:r>
            <a:fld id="{B49500C5-DAE7-4BC0-87FF-12911232D32A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r>
              <a:rPr lang="en-US" sz="800" b="0" i="0" u="none">
                <a:solidFill>
                  <a:schemeClr val="tx1"/>
                </a:solidFill>
                <a:latin typeface="+mn-lt"/>
              </a:rPr>
              <a:t> of 45</a:t>
            </a:r>
          </a:p>
        </p:txBody>
      </p:sp>
    </p:spTree>
    <p:extLst>
      <p:ext uri="{BB962C8B-B14F-4D97-AF65-F5344CB8AC3E}">
        <p14:creationId xmlns:p14="http://schemas.microsoft.com/office/powerpoint/2010/main" val="34154561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Onl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9A6888F-AC26-BA8F-0055-E808E294C9D7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err="1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561136CD-F1DB-03FC-F814-EFB4397772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44ECCE6-4D94-443E-8C20-CA233A5C0572}"/>
              </a:ext>
            </a:extLst>
          </p:cNvPr>
          <p:cNvSpPr txBox="1"/>
          <p:nvPr userDrawn="1"/>
        </p:nvSpPr>
        <p:spPr>
          <a:xfrm>
            <a:off x="421638" y="6524625"/>
            <a:ext cx="3590727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EFLEDBA Fabian De Laval  |  2025-05-12  |  Ericsson Internal  |  Page </a:t>
            </a:r>
            <a:fld id="{D19E6936-C447-431E-AF54-5AAAAE2B185F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r>
              <a:rPr lang="en-US" sz="800" b="0" i="0" u="none">
                <a:solidFill>
                  <a:schemeClr val="tx1"/>
                </a:solidFill>
                <a:latin typeface="+mn-lt"/>
              </a:rPr>
              <a:t> of 45</a:t>
            </a:r>
          </a:p>
        </p:txBody>
      </p:sp>
    </p:spTree>
    <p:extLst>
      <p:ext uri="{BB962C8B-B14F-4D97-AF65-F5344CB8AC3E}">
        <p14:creationId xmlns:p14="http://schemas.microsoft.com/office/powerpoint/2010/main" val="16862044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1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17697191-0A85-B8C8-9EEC-2BBBCA05BA94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err="1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74D3F1FB-D06C-DBD1-2450-16F10900A5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1844675"/>
            <a:ext cx="11233150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3590727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EFLEDBA Fabian De Laval  |  2025-05-12  |  Ericsson Internal  |  Page </a:t>
            </a:r>
            <a:fld id="{6D64ABC0-DA8A-4E2B-A382-A2FB510FEAE8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r>
              <a:rPr lang="en-US" sz="800" b="0" i="0" u="none">
                <a:solidFill>
                  <a:schemeClr val="tx1"/>
                </a:solidFill>
                <a:latin typeface="+mn-lt"/>
              </a:rPr>
              <a:t> of 45</a:t>
            </a:r>
          </a:p>
        </p:txBody>
      </p:sp>
    </p:spTree>
    <p:extLst>
      <p:ext uri="{BB962C8B-B14F-4D97-AF65-F5344CB8AC3E}">
        <p14:creationId xmlns:p14="http://schemas.microsoft.com/office/powerpoint/2010/main" val="23623865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1 smaller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C8FC9BDE-AACF-FAD9-0569-2308D75B1812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err="1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3989B81D-94DE-1159-ADB9-A5A03B074B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6" name="Title_SM">
            <a:extLst>
              <a:ext uri="{FF2B5EF4-FFF2-40B4-BE49-F238E27FC236}">
                <a16:creationId xmlns:a16="http://schemas.microsoft.com/office/drawing/2014/main" id="{3F4EF873-DC0F-4698-BEC2-502DB043AA5C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presentations using short and crisp headings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4F54AF-EED6-486A-9ACA-42061F4AAE9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8353426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DB8BC610-C1B0-4C6A-B5C2-80DA487CE5DE}"/>
              </a:ext>
            </a:extLst>
          </p:cNvPr>
          <p:cNvSpPr txBox="1"/>
          <p:nvPr userDrawn="1"/>
        </p:nvSpPr>
        <p:spPr>
          <a:xfrm>
            <a:off x="421638" y="6524625"/>
            <a:ext cx="3590727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EFLEDBA Fabian De Laval  |  2025-05-12  |  Ericsson Internal  |  Page </a:t>
            </a:r>
            <a:fld id="{432289F5-7904-4A5A-85BE-4FA45B3EDC97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r>
              <a:rPr lang="en-US" sz="800" b="0" i="0" u="none">
                <a:solidFill>
                  <a:schemeClr val="tx1"/>
                </a:solidFill>
                <a:latin typeface="+mn-lt"/>
              </a:rPr>
              <a:t> of 45</a:t>
            </a:r>
          </a:p>
        </p:txBody>
      </p:sp>
    </p:spTree>
    <p:extLst>
      <p:ext uri="{BB962C8B-B14F-4D97-AF65-F5344CB8AC3E}">
        <p14:creationId xmlns:p14="http://schemas.microsoft.com/office/powerpoint/2010/main" val="16627616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_SM">
            <a:extLst>
              <a:ext uri="{FF2B5EF4-FFF2-40B4-BE49-F238E27FC236}">
                <a16:creationId xmlns:a16="http://schemas.microsoft.com/office/drawing/2014/main" id="{891BF4C4-9DF9-4D9F-A738-37FBCD45AA68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479425" y="1844675"/>
            <a:ext cx="5472113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6240463" y="1844674"/>
            <a:ext cx="5472112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3797230-5A6C-4718-8C90-CB9F2709B382}"/>
              </a:ext>
            </a:extLst>
          </p:cNvPr>
          <p:cNvSpPr txBox="1"/>
          <p:nvPr userDrawn="1"/>
        </p:nvSpPr>
        <p:spPr>
          <a:xfrm>
            <a:off x="421638" y="6524625"/>
            <a:ext cx="3590727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EFLEDBA Fabian De Laval  |  2025-05-12  |  Ericsson Internal  |  Page </a:t>
            </a:r>
            <a:fld id="{9DE5D13C-4E25-4FC3-B356-92BFD38AC079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r>
              <a:rPr lang="en-US" sz="800" b="0" i="0" u="none">
                <a:solidFill>
                  <a:schemeClr val="tx1"/>
                </a:solidFill>
                <a:latin typeface="+mn-lt"/>
              </a:rPr>
              <a:t> of 45</a:t>
            </a:r>
          </a:p>
        </p:txBody>
      </p:sp>
    </p:spTree>
    <p:extLst>
      <p:ext uri="{BB962C8B-B14F-4D97-AF65-F5344CB8AC3E}">
        <p14:creationId xmlns:p14="http://schemas.microsoft.com/office/powerpoint/2010/main" val="6758838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2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105FD79D-9BC3-0408-DF33-0CA55CC3DCD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err="1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D355044D-CD56-AB10-6CA0-CA0669B906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6" name="Title_SM">
            <a:extLst>
              <a:ext uri="{FF2B5EF4-FFF2-40B4-BE49-F238E27FC236}">
                <a16:creationId xmlns:a16="http://schemas.microsoft.com/office/drawing/2014/main" id="{891BF4C4-9DF9-4D9F-A738-37FBCD45AA68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479425" y="1844675"/>
            <a:ext cx="5472113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6240463" y="1844674"/>
            <a:ext cx="5472112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3797230-5A6C-4718-8C90-CB9F2709B382}"/>
              </a:ext>
            </a:extLst>
          </p:cNvPr>
          <p:cNvSpPr txBox="1"/>
          <p:nvPr userDrawn="1"/>
        </p:nvSpPr>
        <p:spPr>
          <a:xfrm>
            <a:off x="421638" y="6524625"/>
            <a:ext cx="3590727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EFLEDBA Fabian De Laval  |  2025-05-12  |  Ericsson Internal  |  Page </a:t>
            </a:r>
            <a:fld id="{7C095298-31EC-4DC9-97AD-DBDFFE288075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r>
              <a:rPr lang="en-US" sz="800" b="0" i="0" u="none">
                <a:solidFill>
                  <a:schemeClr val="tx1"/>
                </a:solidFill>
                <a:latin typeface="+mn-lt"/>
              </a:rPr>
              <a:t> of 45</a:t>
            </a:r>
          </a:p>
        </p:txBody>
      </p:sp>
    </p:spTree>
    <p:extLst>
      <p:ext uri="{BB962C8B-B14F-4D97-AF65-F5344CB8AC3E}">
        <p14:creationId xmlns:p14="http://schemas.microsoft.com/office/powerpoint/2010/main" val="4886628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_SM">
            <a:extLst>
              <a:ext uri="{FF2B5EF4-FFF2-40B4-BE49-F238E27FC236}">
                <a16:creationId xmlns:a16="http://schemas.microsoft.com/office/drawing/2014/main" id="{6B686A21-AA96-4B0A-B7CE-F4C6D5D31B32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1" hasCustomPrompt="1"/>
          </p:nvPr>
        </p:nvSpPr>
        <p:spPr>
          <a:xfrm>
            <a:off x="481052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332814" y="1844674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84575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C8570FA-FAA3-4EFA-A4F1-01C285AE39DE}"/>
              </a:ext>
            </a:extLst>
          </p:cNvPr>
          <p:cNvSpPr txBox="1"/>
          <p:nvPr userDrawn="1"/>
        </p:nvSpPr>
        <p:spPr>
          <a:xfrm>
            <a:off x="421638" y="6524625"/>
            <a:ext cx="3590727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EFLEDBA Fabian De Laval  |  2025-05-12  |  Ericsson Internal  |  Page </a:t>
            </a:r>
            <a:fld id="{4066ACE8-3D27-4C66-84F9-334B0669BF59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r>
              <a:rPr lang="en-US" sz="800" b="0" i="0" u="none">
                <a:solidFill>
                  <a:schemeClr val="tx1"/>
                </a:solidFill>
                <a:latin typeface="+mn-lt"/>
              </a:rPr>
              <a:t> of 45</a:t>
            </a:r>
          </a:p>
        </p:txBody>
      </p:sp>
    </p:spTree>
    <p:extLst>
      <p:ext uri="{BB962C8B-B14F-4D97-AF65-F5344CB8AC3E}">
        <p14:creationId xmlns:p14="http://schemas.microsoft.com/office/powerpoint/2010/main" val="354572533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Title and 3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09FDE7F6-BBC9-8CC3-CB40-B28724FF07B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err="1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D6BED84F-1648-A661-5267-B4AD41FD9C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10" name="Title_SM">
            <a:extLst>
              <a:ext uri="{FF2B5EF4-FFF2-40B4-BE49-F238E27FC236}">
                <a16:creationId xmlns:a16="http://schemas.microsoft.com/office/drawing/2014/main" id="{6B686A21-AA96-4B0A-B7CE-F4C6D5D31B32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1" hasCustomPrompt="1"/>
          </p:nvPr>
        </p:nvSpPr>
        <p:spPr>
          <a:xfrm>
            <a:off x="481052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332814" y="1844674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84575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C8570FA-FAA3-4EFA-A4F1-01C285AE39DE}"/>
              </a:ext>
            </a:extLst>
          </p:cNvPr>
          <p:cNvSpPr txBox="1"/>
          <p:nvPr userDrawn="1"/>
        </p:nvSpPr>
        <p:spPr>
          <a:xfrm>
            <a:off x="421638" y="6524625"/>
            <a:ext cx="3590727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EFLEDBA Fabian De Laval  |  2025-05-12  |  Ericsson Internal  |  Page </a:t>
            </a:r>
            <a:fld id="{12289E2E-35A7-4CD7-9B51-0745E510D3F9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r>
              <a:rPr lang="en-US" sz="800" b="0" i="0" u="none">
                <a:solidFill>
                  <a:schemeClr val="tx1"/>
                </a:solidFill>
                <a:latin typeface="+mn-lt"/>
              </a:rPr>
              <a:t> of 45</a:t>
            </a:r>
          </a:p>
        </p:txBody>
      </p:sp>
    </p:spTree>
    <p:extLst>
      <p:ext uri="{BB962C8B-B14F-4D97-AF65-F5344CB8AC3E}">
        <p14:creationId xmlns:p14="http://schemas.microsoft.com/office/powerpoint/2010/main" val="35394992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_SM">
            <a:extLst>
              <a:ext uri="{FF2B5EF4-FFF2-40B4-BE49-F238E27FC236}">
                <a16:creationId xmlns:a16="http://schemas.microsoft.com/office/drawing/2014/main" id="{F4D71A67-F349-4E68-B7B8-D53CE323A76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479425" y="1844674"/>
            <a:ext cx="2592388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3359149" y="1844674"/>
            <a:ext cx="2592389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240463" y="1844674"/>
            <a:ext cx="2592388" cy="43926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9120188" y="1844674"/>
            <a:ext cx="2592387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A55C34B4-681E-4FDA-A9BB-6BC31D94C8D6}"/>
              </a:ext>
            </a:extLst>
          </p:cNvPr>
          <p:cNvSpPr txBox="1"/>
          <p:nvPr userDrawn="1"/>
        </p:nvSpPr>
        <p:spPr>
          <a:xfrm>
            <a:off x="421638" y="6524625"/>
            <a:ext cx="3590727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EFLEDBA Fabian De Laval  |  2025-05-12  |  Ericsson Internal  |  Page </a:t>
            </a:r>
            <a:fld id="{E9E0260B-6A4D-4535-9686-4373FE665F23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r>
              <a:rPr lang="en-US" sz="800" b="0" i="0" u="none">
                <a:solidFill>
                  <a:schemeClr val="tx1"/>
                </a:solidFill>
                <a:latin typeface="+mn-lt"/>
              </a:rPr>
              <a:t> of 45</a:t>
            </a:r>
          </a:p>
        </p:txBody>
      </p:sp>
    </p:spTree>
    <p:extLst>
      <p:ext uri="{BB962C8B-B14F-4D97-AF65-F5344CB8AC3E}">
        <p14:creationId xmlns:p14="http://schemas.microsoft.com/office/powerpoint/2010/main" val="227589923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4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44FC84B-7E22-F949-A48C-665D3900E6C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err="1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E1FC2882-E07D-F2B8-C050-E922C4080D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7" name="Title_SM">
            <a:extLst>
              <a:ext uri="{FF2B5EF4-FFF2-40B4-BE49-F238E27FC236}">
                <a16:creationId xmlns:a16="http://schemas.microsoft.com/office/drawing/2014/main" id="{F4D71A67-F349-4E68-B7B8-D53CE323A76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479425" y="1844674"/>
            <a:ext cx="2592388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3359149" y="1844674"/>
            <a:ext cx="2592389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240463" y="1844674"/>
            <a:ext cx="2592388" cy="43926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9120188" y="1844674"/>
            <a:ext cx="2592387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A55C34B4-681E-4FDA-A9BB-6BC31D94C8D6}"/>
              </a:ext>
            </a:extLst>
          </p:cNvPr>
          <p:cNvSpPr txBox="1"/>
          <p:nvPr userDrawn="1"/>
        </p:nvSpPr>
        <p:spPr>
          <a:xfrm>
            <a:off x="421638" y="6524625"/>
            <a:ext cx="3590727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EFLEDBA Fabian De Laval  |  2025-05-12  |  Ericsson Internal  |  Page </a:t>
            </a:r>
            <a:fld id="{62AAD6DC-2E7A-4686-90D1-17D567ED7AA0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r>
              <a:rPr lang="en-US" sz="800" b="0" i="0" u="none">
                <a:solidFill>
                  <a:schemeClr val="tx1"/>
                </a:solidFill>
                <a:latin typeface="+mn-lt"/>
              </a:rPr>
              <a:t> of 45</a:t>
            </a:r>
          </a:p>
        </p:txBody>
      </p:sp>
    </p:spTree>
    <p:extLst>
      <p:ext uri="{BB962C8B-B14F-4D97-AF65-F5344CB8AC3E}">
        <p14:creationId xmlns:p14="http://schemas.microsoft.com/office/powerpoint/2010/main" val="30449344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4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CFC6A99-DACF-36D5-6C3E-4DC5345A9049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err="1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7AA30C5B-96B9-3D1E-B8FE-49DE04E538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9" name="Title_SM">
            <a:extLst>
              <a:ext uri="{FF2B5EF4-FFF2-40B4-BE49-F238E27FC236}">
                <a16:creationId xmlns:a16="http://schemas.microsoft.com/office/drawing/2014/main" id="{2C948968-FB06-45CC-8259-6BDE4430EAC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655" y="1844674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2694" y="1847723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4" hasCustomPrompt="1"/>
          </p:nvPr>
        </p:nvSpPr>
        <p:spPr>
          <a:xfrm>
            <a:off x="6242694" y="4151955"/>
            <a:ext cx="5472113" cy="2087564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BD2C41D-0700-4885-AB77-25AFFE4E1FD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1655" y="4152597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49048C1-340D-44C4-857B-1B201EC9A7E7}"/>
              </a:ext>
            </a:extLst>
          </p:cNvPr>
          <p:cNvSpPr txBox="1"/>
          <p:nvPr userDrawn="1"/>
        </p:nvSpPr>
        <p:spPr>
          <a:xfrm>
            <a:off x="421638" y="6524625"/>
            <a:ext cx="3590727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EFLEDBA Fabian De Laval  |  2025-05-12  |  Ericsson Internal  |  Page </a:t>
            </a:r>
            <a:fld id="{4EEBF07B-DED2-495B-8628-895CDC3CC1FE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r>
              <a:rPr lang="en-US" sz="800" b="0" i="0" u="none">
                <a:solidFill>
                  <a:schemeClr val="tx1"/>
                </a:solidFill>
                <a:latin typeface="+mn-lt"/>
              </a:rPr>
              <a:t> of 45</a:t>
            </a:r>
          </a:p>
        </p:txBody>
      </p:sp>
    </p:spTree>
    <p:extLst>
      <p:ext uri="{BB962C8B-B14F-4D97-AF65-F5344CB8AC3E}">
        <p14:creationId xmlns:p14="http://schemas.microsoft.com/office/powerpoint/2010/main" val="3574322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8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_SM">
            <a:extLst>
              <a:ext uri="{FF2B5EF4-FFF2-40B4-BE49-F238E27FC236}">
                <a16:creationId xmlns:a16="http://schemas.microsoft.com/office/drawing/2014/main" id="{99858DC4-E787-41D2-A613-961D60F89117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560" y="1844675"/>
            <a:ext cx="2592389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3216" y="1844674"/>
            <a:ext cx="2592387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481561" y="4151134"/>
            <a:ext cx="2592389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sz="quarter" idx="4" hasCustomPrompt="1"/>
          </p:nvPr>
        </p:nvSpPr>
        <p:spPr>
          <a:xfrm>
            <a:off x="6243152" y="4151245"/>
            <a:ext cx="2592387" cy="208629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3359835" y="1844674"/>
            <a:ext cx="2592388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3361288" y="4151861"/>
            <a:ext cx="2592387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9122324" y="1844674"/>
            <a:ext cx="2592387" cy="2089151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10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9122324" y="4151861"/>
            <a:ext cx="2592387" cy="208756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089CBEB5-348B-49F3-8F8B-FDEE08950E37}"/>
              </a:ext>
            </a:extLst>
          </p:cNvPr>
          <p:cNvSpPr txBox="1"/>
          <p:nvPr userDrawn="1"/>
        </p:nvSpPr>
        <p:spPr>
          <a:xfrm>
            <a:off x="421638" y="6524625"/>
            <a:ext cx="3590727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EFLEDBA Fabian De Laval  |  2025-05-12  |  Ericsson Internal  |  Page </a:t>
            </a:r>
            <a:fld id="{B89CDED8-AFEE-4C51-A396-EAD565988183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r>
              <a:rPr lang="en-US" sz="800" b="0" i="0" u="none">
                <a:solidFill>
                  <a:schemeClr val="tx1"/>
                </a:solidFill>
                <a:latin typeface="+mn-lt"/>
              </a:rPr>
              <a:t> of 45</a:t>
            </a:r>
          </a:p>
        </p:txBody>
      </p:sp>
    </p:spTree>
    <p:extLst>
      <p:ext uri="{BB962C8B-B14F-4D97-AF65-F5344CB8AC3E}">
        <p14:creationId xmlns:p14="http://schemas.microsoft.com/office/powerpoint/2010/main" val="143698819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8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3573FEDA-98AE-F7E3-43DF-75A830443C4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err="1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AFF8CACC-7FD5-4CBA-651F-A83C83174B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13" name="Title_SM">
            <a:extLst>
              <a:ext uri="{FF2B5EF4-FFF2-40B4-BE49-F238E27FC236}">
                <a16:creationId xmlns:a16="http://schemas.microsoft.com/office/drawing/2014/main" id="{99858DC4-E787-41D2-A613-961D60F89117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560" y="1844675"/>
            <a:ext cx="2592389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3216" y="1844674"/>
            <a:ext cx="2592387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481561" y="4151134"/>
            <a:ext cx="2592389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sz="quarter" idx="4" hasCustomPrompt="1"/>
          </p:nvPr>
        </p:nvSpPr>
        <p:spPr>
          <a:xfrm>
            <a:off x="6243152" y="4151245"/>
            <a:ext cx="2592387" cy="208629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3359835" y="1844674"/>
            <a:ext cx="2592388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3361288" y="4151861"/>
            <a:ext cx="2592387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9122324" y="1844674"/>
            <a:ext cx="2592387" cy="2089151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10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9122324" y="4151861"/>
            <a:ext cx="2592387" cy="208756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089CBEB5-348B-49F3-8F8B-FDEE08950E37}"/>
              </a:ext>
            </a:extLst>
          </p:cNvPr>
          <p:cNvSpPr txBox="1"/>
          <p:nvPr userDrawn="1"/>
        </p:nvSpPr>
        <p:spPr>
          <a:xfrm>
            <a:off x="421638" y="6524625"/>
            <a:ext cx="3590727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EFLEDBA Fabian De Laval  |  2025-05-12  |  Ericsson Internal  |  Page </a:t>
            </a:r>
            <a:fld id="{99F8D7C1-3DEF-4CC5-803E-BC1665449564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r>
              <a:rPr lang="en-US" sz="800" b="0" i="0" u="none">
                <a:solidFill>
                  <a:schemeClr val="tx1"/>
                </a:solidFill>
                <a:latin typeface="+mn-lt"/>
              </a:rPr>
              <a:t> of 45</a:t>
            </a:r>
          </a:p>
        </p:txBody>
      </p:sp>
    </p:spTree>
    <p:extLst>
      <p:ext uri="{BB962C8B-B14F-4D97-AF65-F5344CB8AC3E}">
        <p14:creationId xmlns:p14="http://schemas.microsoft.com/office/powerpoint/2010/main" val="34220952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logo end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000C8FCC-57E5-3E43-E21A-B3EDA1DB3E60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err="1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6944A971-8DF1-600E-1D36-CB1EC2440F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177" y="2260680"/>
            <a:ext cx="2119473" cy="2120400"/>
          </a:xfrm>
          <a:prstGeom prst="rect">
            <a:avLst/>
          </a:prstGeom>
        </p:spPr>
      </p:pic>
      <p:sp>
        <p:nvSpPr>
          <p:cNvPr id="2" name="SubTitle_TM">
            <a:extLst>
              <a:ext uri="{FF2B5EF4-FFF2-40B4-BE49-F238E27FC236}">
                <a16:creationId xmlns:a16="http://schemas.microsoft.com/office/drawing/2014/main" id="{FCF1ABC6-0A4C-6C18-E8A5-415153FD00B6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074195" y="5004940"/>
            <a:ext cx="6045994" cy="347472"/>
          </a:xfrm>
          <a:prstGeom prst="rect">
            <a:avLst/>
          </a:prstGeom>
        </p:spPr>
        <p:txBody>
          <a:bodyPr rIns="7200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Use this space for relevant Ericsson URLs or hashtags</a:t>
            </a:r>
          </a:p>
        </p:txBody>
      </p:sp>
    </p:spTree>
    <p:extLst>
      <p:ext uri="{BB962C8B-B14F-4D97-AF65-F5344CB8AC3E}">
        <p14:creationId xmlns:p14="http://schemas.microsoft.com/office/powerpoint/2010/main" val="30271482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bedded charac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9AF35DD-3E5E-42CB-AFA5-5E09E14F72A4}"/>
              </a:ext>
            </a:extLst>
          </p:cNvPr>
          <p:cNvSpPr txBox="1"/>
          <p:nvPr userDrawn="1"/>
        </p:nvSpPr>
        <p:spPr bwMode="auto">
          <a:xfrm>
            <a:off x="479425" y="142897"/>
            <a:ext cx="11233149" cy="6561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r>
              <a:rPr lang="en-US" sz="1400" b="1">
                <a:solidFill>
                  <a:schemeClr val="tx1"/>
                </a:solidFill>
                <a:latin typeface="+mn-lt"/>
              </a:rPr>
              <a:t>This Master Slide is to ensure that all our characters are embedded with the presentation. Should not be used in a presentation.</a:t>
            </a:r>
            <a:endParaRPr lang="en-US"/>
          </a:p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endParaRPr lang="en-US" sz="1400" b="1">
              <a:solidFill>
                <a:schemeClr val="tx1"/>
              </a:solidFill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u="sng" err="1">
                <a:solidFill>
                  <a:schemeClr val="tx1"/>
                </a:solidFill>
                <a:latin typeface="Ericsson Hilda ExtraLight" panose="00000300000000000000" pitchFamily="2" charset="0"/>
              </a:rPr>
              <a:t>EricssonHilda</a:t>
            </a:r>
            <a:r>
              <a:rPr lang="en-US" sz="1200" u="sng">
                <a:solidFill>
                  <a:schemeClr val="tx1"/>
                </a:solidFill>
                <a:latin typeface="Ericsson Hilda ExtraLight" panose="00000300000000000000" pitchFamily="2" charset="0"/>
              </a:rPr>
              <a:t>(</a:t>
            </a:r>
            <a:r>
              <a:rPr lang="en-US" sz="1200" u="sng" err="1">
                <a:solidFill>
                  <a:schemeClr val="tx1"/>
                </a:solidFill>
                <a:latin typeface="Ericsson Hilda ExtraLight" panose="00000300000000000000" pitchFamily="2" charset="0"/>
              </a:rPr>
              <a:t>ExtraLight</a:t>
            </a:r>
            <a:r>
              <a:rPr lang="en-US" sz="1200" u="sng">
                <a:solidFill>
                  <a:schemeClr val="tx1"/>
                </a:solidFill>
                <a:latin typeface="Ericsson Hilda ExtraLight" panose="00000300000000000000" pitchFamily="2" charset="0"/>
              </a:rPr>
              <a:t>):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!"#$%&amp;'()*+,./0123456789:;&lt;=&gt;?@ABCDEFGHIJKLMNOPQRSTUVWXYZ[\]^_`</a:t>
            </a:r>
            <a:r>
              <a:rPr lang="en-US" sz="120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abcdefghijklmnopqrstuvwxyz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kern="1200">
                <a:solidFill>
                  <a:schemeClr val="tx1"/>
                </a:solidFill>
                <a:latin typeface="Ericsson Hilda ExtraLight" panose="00000300000000000000" pitchFamily="2" charset="0"/>
                <a:ea typeface="+mn-ea"/>
                <a:cs typeface="+mn-cs"/>
              </a:rPr>
              <a:t>Čč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ẀẁẃẄẅỲỳ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ﬁﬂΆΈΉΊΌΎΏΐΑΒΓΕΖΗΘΙΚΛΜΝΞΟΠΡΣΤΥΦΧΨΪΫΆΈΉΊΰ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u="sng" err="1">
                <a:solidFill>
                  <a:schemeClr val="tx1"/>
                </a:solidFill>
                <a:latin typeface="+mj-lt"/>
              </a:rPr>
              <a:t>EricssonHilda</a:t>
            </a:r>
            <a:r>
              <a:rPr lang="en-US" sz="1200" u="sng">
                <a:solidFill>
                  <a:schemeClr val="tx1"/>
                </a:solidFill>
                <a:latin typeface="+mj-lt"/>
              </a:rPr>
              <a:t>(Light):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!"#$%&amp;'()*+,./0123456789:;&lt;=&gt;?@ABCDEFGHIJKLMNOPQRSTUVWXYZ[\]^_`</a:t>
            </a:r>
            <a:r>
              <a:rPr lang="en-US" sz="1200" err="1">
                <a:solidFill>
                  <a:schemeClr val="tx1"/>
                </a:solidFill>
                <a:latin typeface="+mj-lt"/>
              </a:rPr>
              <a:t>abcdefghijklmnopqrstuvwxyz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Čč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err="1">
                <a:solidFill>
                  <a:schemeClr val="tx1"/>
                </a:solidFill>
                <a:latin typeface="+mj-lt"/>
              </a:rPr>
              <a:t>ẀẁẃẄẅỲỳ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err="1">
                <a:solidFill>
                  <a:schemeClr val="tx1"/>
                </a:solidFill>
                <a:latin typeface="+mj-lt"/>
              </a:rPr>
              <a:t>ﬁﬂΆΈΉΊΌΎΏΐΑΒΓΕΖΗΘΙΚΛΜΝΞΟΠΡΣΤΥΦΧΨΪΫΆΈΉΊΰ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</a:t>
            </a:r>
            <a:r>
              <a:rPr lang="en-US" sz="1200">
                <a:solidFill>
                  <a:schemeClr val="tx1"/>
                </a:solidFill>
                <a:latin typeface="Ericsson Hilda Light" panose="00000400000000000000" pitchFamily="2" charset="0"/>
              </a:rPr>
              <a:t>●</a:t>
            </a:r>
            <a:endParaRPr lang="en-US" sz="1200">
              <a:solidFill>
                <a:schemeClr val="tx1"/>
              </a:solidFill>
            </a:endParaRPr>
          </a:p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r>
              <a:rPr lang="en-US" sz="1200" u="sng" err="1">
                <a:solidFill>
                  <a:schemeClr val="tx1"/>
                </a:solidFill>
                <a:latin typeface="+mn-lt"/>
              </a:rPr>
              <a:t>EricssonHilda</a:t>
            </a:r>
            <a:r>
              <a:rPr lang="en-US" sz="1200" u="sng">
                <a:solidFill>
                  <a:schemeClr val="tx1"/>
                </a:solidFill>
                <a:latin typeface="+mn-lt"/>
              </a:rPr>
              <a:t>(Regular):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!"#$%&amp;'()*+,./0123456789:;&lt;=&gt;?@ABCDEFGHIJKLMNOPQRSTUVWXYZ[\]^_`</a:t>
            </a:r>
            <a:r>
              <a:rPr lang="en-US" sz="1200" err="1">
                <a:solidFill>
                  <a:schemeClr val="tx1"/>
                </a:solidFill>
                <a:latin typeface="+mn-lt"/>
              </a:rPr>
              <a:t>abcdefghijklmnopqrstuvwxyz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{|}~¡¢£¤¥¦§¨©ª«¬®¯°±²³´¶·¸¹º»¼½ÀÁÂÃÄÅÆÇÈËÌÍÎÏÐÑÒÓÔÕÖ×ØÙÚÛÜÝÞßàáâãäåæçèéêëìíîïðñòóôõö÷øùúûüýþÿĀāĂăąĆćĊċČčĎďĐđĒĖėĘęĚěĞğĠġĢģĪīĮįİıĶķĹĺĻļĽľŁłŃńŅņŇňŌŐőŒœŔŕŖŗŘřŚśŞşŠšŢţŤťŪūŮůŰűŲųŴŵŶŷŸŹźŻżŽžƒȘșˆˇ˘˙˚˛˜˝</a:t>
            </a:r>
            <a:r>
              <a:rPr lang="en-US" sz="1200" err="1">
                <a:solidFill>
                  <a:schemeClr val="tx1"/>
                </a:solidFill>
                <a:latin typeface="+mn-lt"/>
              </a:rPr>
              <a:t>ẀẁẃẄẅỲỳ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err="1">
                <a:solidFill>
                  <a:schemeClr val="tx1"/>
                </a:solidFill>
                <a:latin typeface="+mn-lt"/>
              </a:rPr>
              <a:t>ﬁﬂΆΈΉΊΌΎΏΐΑΒΓΕΖΗΘΙΚΛΜΝΞΟΠΡΣΤΥΦΧΨΪΫΆΈΉΊΰ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1" u="sng" err="1">
                <a:solidFill>
                  <a:schemeClr val="tx1"/>
                </a:solidFill>
                <a:latin typeface="+mj-lt"/>
              </a:rPr>
              <a:t>EricssonHildaLight+Bold</a:t>
            </a:r>
            <a:r>
              <a:rPr lang="en-US" sz="1200" b="1" u="sng">
                <a:solidFill>
                  <a:schemeClr val="tx1"/>
                </a:solidFill>
                <a:latin typeface="+mj-lt"/>
              </a:rPr>
              <a:t>(Medium):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!"#$%&amp;'()*+,./0123456789:;&lt;=&gt;?@ABCDEFGHIJKLMNOPQRSTUVWXYZ[\]^_`</a:t>
            </a:r>
            <a:r>
              <a:rPr lang="en-US" sz="1200" b="1" err="1">
                <a:solidFill>
                  <a:schemeClr val="tx1"/>
                </a:solidFill>
                <a:latin typeface="+mj-lt"/>
              </a:rPr>
              <a:t>abcdefghijklmnopqrstuvwxyz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Čč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b="1" err="1">
                <a:solidFill>
                  <a:schemeClr val="tx1"/>
                </a:solidFill>
                <a:latin typeface="+mj-lt"/>
              </a:rPr>
              <a:t>ẀẁẃẄẅỲỳ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b="1" err="1">
                <a:solidFill>
                  <a:schemeClr val="tx1"/>
                </a:solidFill>
                <a:latin typeface="+mj-lt"/>
              </a:rPr>
              <a:t>ﬁﬂΆΈΉΊΌΎΏΐΑΒΓΕΖΗΘΙΚΛΜΝΞΟΠΡΣΤΥΦΧΨΪΫΆΈΉΊΰ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</a:t>
            </a:r>
            <a:r>
              <a:rPr lang="en-US" sz="1200" b="1">
                <a:solidFill>
                  <a:schemeClr val="tx1"/>
                </a:solidFill>
                <a:latin typeface="Ericsson Hilda Light" panose="00000400000000000000" pitchFamily="2" charset="0"/>
              </a:rPr>
              <a:t>●</a:t>
            </a:r>
            <a:endParaRPr lang="en-US" sz="1200" b="1">
              <a:solidFill>
                <a:schemeClr val="tx1"/>
              </a:solidFill>
              <a:latin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1" u="sng" err="1">
                <a:solidFill>
                  <a:schemeClr val="tx1"/>
                </a:solidFill>
                <a:latin typeface="+mn-lt"/>
              </a:rPr>
              <a:t>EricssonHilda+Bold</a:t>
            </a:r>
            <a:r>
              <a:rPr lang="en-US" sz="1200" b="1" u="sng">
                <a:solidFill>
                  <a:schemeClr val="tx1"/>
                </a:solidFill>
                <a:latin typeface="+mn-lt"/>
              </a:rPr>
              <a:t>(Bold):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!"#$%&amp;'()*+,./0123456789:;&lt;=&gt;?@ABCDEFGHIJKLMNOPQRSTUVWXYZ[\]^_`</a:t>
            </a:r>
            <a:r>
              <a:rPr lang="en-US" sz="1200" b="1" err="1">
                <a:solidFill>
                  <a:schemeClr val="tx1"/>
                </a:solidFill>
                <a:latin typeface="+mn-lt"/>
              </a:rPr>
              <a:t>abcdefghijklmnopqrstuvwxyz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{|}~¡¢£¤¥¦§¨©ª«¬®¯°±²³´¶·¸¹º»¼½ÀÁÂÃÄÅÆÇÈËÌÍÎÏÐÑÒÓÔÕÖ×ØÙÚÛÜÝÞßàáâãäåæçèéêëìíîïðñòóôõö÷øùúûüýþÿĀāĂăąĆćĊċČčĎďĐđĒĖėĘęĚěĞğĠġĢģĪīĮįİıĶķĹĺĻļĽľŁłŃńŅņŇňŌŐőŒœŔŕŖŗŘřŚśŞşŠšŢţŤťŪūŮůŰűŲųŴŵŶŷŸŹźŻżŽžƒȘșˆˇ˘˙˚˛˜˝</a:t>
            </a:r>
            <a:r>
              <a:rPr lang="en-US" sz="1200" b="1" err="1">
                <a:solidFill>
                  <a:schemeClr val="tx1"/>
                </a:solidFill>
                <a:latin typeface="+mn-lt"/>
              </a:rPr>
              <a:t>ẀẁẃẄẅỲỳ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b="1" err="1">
                <a:solidFill>
                  <a:schemeClr val="tx1"/>
                </a:solidFill>
                <a:latin typeface="+mn-lt"/>
              </a:rPr>
              <a:t>ﬁﬂΆΈΉΊΌΎΏΐΑΒΓΕΖΗΘΙΚΛΜΝΞΟΠΡΣΤΥΦΧΨΪΫΆΈΉΊΰ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 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0" u="sng" err="1">
                <a:solidFill>
                  <a:schemeClr val="tx1"/>
                </a:solidFill>
                <a:latin typeface="Ericsson Hilda ExtraBold" panose="00000900000000000000" pitchFamily="2" charset="0"/>
              </a:rPr>
              <a:t>EricssonHilda</a:t>
            </a:r>
            <a:r>
              <a:rPr lang="en-US" sz="1200" b="0" u="sng">
                <a:solidFill>
                  <a:schemeClr val="tx1"/>
                </a:solidFill>
                <a:latin typeface="Ericsson Hilda ExtraBold" panose="00000900000000000000" pitchFamily="2" charset="0"/>
              </a:rPr>
              <a:t>(</a:t>
            </a:r>
            <a:r>
              <a:rPr lang="en-US" sz="1200" b="0" u="sng" err="1">
                <a:solidFill>
                  <a:schemeClr val="tx1"/>
                </a:solidFill>
                <a:latin typeface="Ericsson Hilda ExtraBold" panose="00000900000000000000" pitchFamily="2" charset="0"/>
              </a:rPr>
              <a:t>ExtraBold</a:t>
            </a:r>
            <a:r>
              <a:rPr lang="en-US" sz="1200" b="0" u="sng">
                <a:solidFill>
                  <a:schemeClr val="tx1"/>
                </a:solidFill>
                <a:latin typeface="Ericsson Hilda ExtraBold" panose="00000900000000000000" pitchFamily="2" charset="0"/>
              </a:rPr>
              <a:t>):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!"#$%&amp;'()*+,./0123456789:;&lt;=&gt;?@ABCDEFGHIJKLMNOPQRSTUVWXYZ[\]^_`</a:t>
            </a:r>
            <a:r>
              <a:rPr lang="en-US" sz="1200" b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abcdefghijklmnopqrstuvwxyz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b="0" kern="1200">
                <a:solidFill>
                  <a:schemeClr val="tx1"/>
                </a:solidFill>
                <a:latin typeface="Ericsson Hilda ExtraBold" panose="00000900000000000000" pitchFamily="2" charset="0"/>
                <a:ea typeface="+mn-ea"/>
                <a:cs typeface="+mn-cs"/>
              </a:rPr>
              <a:t>Čč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b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ẀẁẃẄẅỲỳ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b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ﬁﬂΆΈΉΊΌΎΏΐΑΒΓΕΖΗΘΙΚΛΜΝΞΟΠΡΣΤΥΦΧΨΪΫΆΈΉΊΰ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endParaRPr lang="en-US" sz="1200" b="1">
              <a:solidFill>
                <a:schemeClr val="tx1"/>
              </a:solidFill>
              <a:latin typeface="Ericsson Technical Ico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1">
                <a:solidFill>
                  <a:schemeClr val="tx1"/>
                </a:solidFill>
                <a:latin typeface="Ericsson Technical Icons" panose="00000500000000000000" pitchFamily="2" charset="0"/>
              </a:rPr>
              <a:t>B C D F G H I L M O P R S W X b c d f g h I l m o p r s w x</a:t>
            </a:r>
            <a:endParaRPr lang="en-US" sz="1200" b="1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10470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2.emf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41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8411E377-1309-A799-88A3-CEC881F22527}"/>
              </a:ext>
            </a:extLst>
          </p:cNvPr>
          <p:cNvPicPr>
            <a:picLocks noChangeAspect="1"/>
          </p:cNvPicPr>
          <p:nvPr userDrawn="1"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42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38" r:id="rId1"/>
    <p:sldLayoutId id="2147484739" r:id="rId2"/>
    <p:sldLayoutId id="2147484740" r:id="rId3"/>
    <p:sldLayoutId id="2147484741" r:id="rId4"/>
    <p:sldLayoutId id="2147484742" r:id="rId5"/>
    <p:sldLayoutId id="2147484743" r:id="rId6"/>
    <p:sldLayoutId id="2147484744" r:id="rId7"/>
    <p:sldLayoutId id="2147484745" r:id="rId8"/>
    <p:sldLayoutId id="2147484746" r:id="rId9"/>
    <p:sldLayoutId id="2147484747" r:id="rId10"/>
    <p:sldLayoutId id="2147484748" r:id="rId11"/>
    <p:sldLayoutId id="2147484749" r:id="rId12"/>
    <p:sldLayoutId id="2147484750" r:id="rId13"/>
    <p:sldLayoutId id="2147484751" r:id="rId14"/>
    <p:sldLayoutId id="2147484752" r:id="rId15"/>
    <p:sldLayoutId id="2147484753" r:id="rId16"/>
    <p:sldLayoutId id="2147484754" r:id="rId17"/>
    <p:sldLayoutId id="2147484755" r:id="rId18"/>
    <p:sldLayoutId id="2147484756" r:id="rId19"/>
    <p:sldLayoutId id="2147484757" r:id="rId20"/>
    <p:sldLayoutId id="2147484758" r:id="rId21"/>
    <p:sldLayoutId id="2147484759" r:id="rId22"/>
    <p:sldLayoutId id="2147483710" r:id="rId23"/>
    <p:sldLayoutId id="2147483709" r:id="rId24"/>
    <p:sldLayoutId id="2147483673" r:id="rId25"/>
    <p:sldLayoutId id="2147483712" r:id="rId26"/>
    <p:sldLayoutId id="2147483713" r:id="rId27"/>
    <p:sldLayoutId id="2147483714" r:id="rId28"/>
    <p:sldLayoutId id="2147483675" r:id="rId29"/>
    <p:sldLayoutId id="2147483716" r:id="rId30"/>
    <p:sldLayoutId id="2147483696" r:id="rId31"/>
    <p:sldLayoutId id="2147483715" r:id="rId32"/>
    <p:sldLayoutId id="2147483678" r:id="rId33"/>
    <p:sldLayoutId id="2147483717" r:id="rId34"/>
    <p:sldLayoutId id="2147483718" r:id="rId35"/>
    <p:sldLayoutId id="2147483681" r:id="rId36"/>
    <p:sldLayoutId id="2147483719" r:id="rId37"/>
    <p:sldLayoutId id="2147483720" r:id="rId38"/>
    <p:sldLayoutId id="2147483705" r:id="rId39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customXml" Target="../../customXml/item10.xml"/><Relationship Id="rId1" Type="http://schemas.openxmlformats.org/officeDocument/2006/relationships/customXml" Target="../../customXml/item11.xml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9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9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customXml" Target="../../customXml/item7.xml"/><Relationship Id="rId1" Type="http://schemas.openxmlformats.org/officeDocument/2006/relationships/customXml" Target="../../customXml/item3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D5CE7D-CCF0-44B0-843A-8D46859C44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424" y="476250"/>
            <a:ext cx="10174061" cy="2424994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sz="6000" dirty="0"/>
              <a:t>Master Thesis:</a:t>
            </a:r>
            <a:br>
              <a:rPr lang="en-US" sz="6000" dirty="0"/>
            </a:br>
            <a:r>
              <a:rPr lang="en-US" sz="1200" dirty="0"/>
              <a:t>  </a:t>
            </a:r>
            <a:r>
              <a:rPr lang="en-US" sz="6000" dirty="0"/>
              <a:t>Applications of AI/ML Algorithms in L3 Handover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A927E07-3624-45B8-934B-C229726CA8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424" y="3620336"/>
            <a:ext cx="7287331" cy="2643664"/>
          </a:xfrm>
          <a:ln>
            <a:noFill/>
          </a:ln>
        </p:spPr>
        <p:txBody>
          <a:bodyPr/>
          <a:lstStyle/>
          <a:p>
            <a:pPr defTabSz="914400">
              <a:lnSpc>
                <a:spcPct val="90000"/>
              </a:lnSpc>
              <a:spcAft>
                <a:spcPts val="601"/>
              </a:spcAft>
            </a:pPr>
            <a:r>
              <a:rPr lang="en-US" sz="2000" dirty="0"/>
              <a:t>Soulaimene Jaoua – MSc Student, Linköping University</a:t>
            </a:r>
          </a:p>
          <a:p>
            <a:pPr defTabSz="914400">
              <a:lnSpc>
                <a:spcPct val="90000"/>
              </a:lnSpc>
              <a:spcAft>
                <a:spcPts val="601"/>
              </a:spcAft>
            </a:pPr>
            <a:r>
              <a:rPr lang="en-US" sz="2000" dirty="0"/>
              <a:t>Supervisors: Sahar Imtiaz, Rida Khan, </a:t>
            </a:r>
            <a:r>
              <a:rPr lang="en-US" sz="2000" dirty="0" err="1"/>
              <a:t>Eunjeong</a:t>
            </a:r>
            <a:r>
              <a:rPr lang="en-US" sz="2000" dirty="0"/>
              <a:t> </a:t>
            </a:r>
            <a:r>
              <a:rPr lang="en-US" sz="2000" dirty="0" err="1"/>
              <a:t>Jeong</a:t>
            </a:r>
            <a:r>
              <a:rPr lang="en-US" sz="2000" dirty="0"/>
              <a:t> </a:t>
            </a:r>
          </a:p>
          <a:p>
            <a:pPr defTabSz="914400">
              <a:lnSpc>
                <a:spcPct val="90000"/>
              </a:lnSpc>
              <a:spcAft>
                <a:spcPts val="601"/>
              </a:spcAft>
            </a:pPr>
            <a:r>
              <a:rPr lang="en-US" sz="2000" dirty="0"/>
              <a:t>Examiner: Nikolaos Pappas</a:t>
            </a:r>
          </a:p>
          <a:p>
            <a:pPr>
              <a:spcAft>
                <a:spcPts val="600"/>
              </a:spcAft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D8DE8B4-7BAB-4C18-A0E5-01D3A11D374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Soulaimene Jaoua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7EB691-17C6-4220-AA5E-2F3518AF8CC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ln>
            <a:noFill/>
          </a:ln>
        </p:spPr>
        <p:txBody>
          <a:bodyPr/>
          <a:lstStyle/>
          <a:p>
            <a:r>
              <a:rPr lang="en-US"/>
              <a:t>Ericsson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BF70DC3-66C9-451C-917E-BA44956D1DB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2025-10-15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6076D7-25B8-DBF6-64AC-D3BED30FBE95}"/>
              </a:ext>
            </a:extLst>
          </p:cNvPr>
          <p:cNvSpPr txBox="1"/>
          <p:nvPr/>
        </p:nvSpPr>
        <p:spPr>
          <a:xfrm>
            <a:off x="3731172" y="6600497"/>
            <a:ext cx="0" cy="0"/>
          </a:xfrm>
          <a:prstGeom prst="rect">
            <a:avLst/>
          </a:prstGeom>
        </p:spPr>
        <p:txBody>
          <a:bodyPr vert="horz" wrap="none" lIns="72000" tIns="36000" rIns="72000" bIns="36000" rtlCol="0" anchor="t"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tabLst/>
            </a:pPr>
            <a:endParaRPr kumimoji="0" lang="en-US" sz="2000" b="0" i="0" u="none" strike="noStrike" kern="1000" cap="none" spc="-3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0E108D-2B2F-5453-C5D0-54E5F365E7CA}"/>
              </a:ext>
            </a:extLst>
          </p:cNvPr>
          <p:cNvSpPr txBox="1"/>
          <p:nvPr/>
        </p:nvSpPr>
        <p:spPr>
          <a:xfrm>
            <a:off x="3888828" y="6547945"/>
            <a:ext cx="0" cy="0"/>
          </a:xfrm>
          <a:prstGeom prst="rect">
            <a:avLst/>
          </a:prstGeom>
        </p:spPr>
        <p:txBody>
          <a:bodyPr vert="horz" wrap="none" lIns="72000" tIns="36000" rIns="72000" bIns="36000" rtlCol="0" anchor="t"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tabLst/>
            </a:pPr>
            <a:endParaRPr kumimoji="0" lang="en-US" sz="2000" b="0" i="0" u="none" strike="noStrike" kern="1000" cap="none" spc="-3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3343A8-CF1E-B9F5-109E-448891967E27}"/>
              </a:ext>
            </a:extLst>
          </p:cNvPr>
          <p:cNvSpPr txBox="1"/>
          <p:nvPr/>
        </p:nvSpPr>
        <p:spPr>
          <a:xfrm>
            <a:off x="3310759" y="6579476"/>
            <a:ext cx="0" cy="0"/>
          </a:xfrm>
          <a:prstGeom prst="rect">
            <a:avLst/>
          </a:prstGeom>
        </p:spPr>
        <p:txBody>
          <a:bodyPr vert="horz" wrap="none" lIns="72000" tIns="36000" rIns="72000" bIns="36000" rtlCol="0" anchor="t"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tabLst/>
            </a:pPr>
            <a:endParaRPr kumimoji="0" lang="en-US" sz="2000" b="0" i="0" u="none" strike="noStrike" kern="1000" cap="none" spc="-3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60C9AD-2A52-231E-726A-9171A9119C92}"/>
              </a:ext>
            </a:extLst>
          </p:cNvPr>
          <p:cNvSpPr txBox="1"/>
          <p:nvPr/>
        </p:nvSpPr>
        <p:spPr>
          <a:xfrm>
            <a:off x="2816772" y="6547945"/>
            <a:ext cx="0" cy="0"/>
          </a:xfrm>
          <a:prstGeom prst="rect">
            <a:avLst/>
          </a:prstGeom>
        </p:spPr>
        <p:txBody>
          <a:bodyPr vert="horz" wrap="none" lIns="72000" tIns="36000" rIns="72000" bIns="36000" rtlCol="0" anchor="t"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tabLst/>
            </a:pPr>
            <a:endParaRPr kumimoji="0" lang="en-US" sz="2000" b="0" i="0" u="none" strike="noStrike" kern="1000" cap="none" spc="-3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A1D740-BCCB-1442-B1D4-1580E7EFFBF4}"/>
              </a:ext>
            </a:extLst>
          </p:cNvPr>
          <p:cNvSpPr txBox="1"/>
          <p:nvPr/>
        </p:nvSpPr>
        <p:spPr>
          <a:xfrm>
            <a:off x="3647090" y="6589986"/>
            <a:ext cx="0" cy="0"/>
          </a:xfrm>
          <a:prstGeom prst="rect">
            <a:avLst/>
          </a:prstGeom>
        </p:spPr>
        <p:txBody>
          <a:bodyPr vert="horz" wrap="none" lIns="72000" tIns="36000" rIns="72000" bIns="36000" rtlCol="0" anchor="t"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tabLst/>
            </a:pPr>
            <a:endParaRPr kumimoji="0" lang="en-US" sz="2000" b="0" i="0" u="none" strike="noStrike" kern="1000" cap="none" spc="-3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2C65AE-254E-C7DD-0C8D-6F8C5ACEC045}"/>
              </a:ext>
            </a:extLst>
          </p:cNvPr>
          <p:cNvSpPr txBox="1"/>
          <p:nvPr/>
        </p:nvSpPr>
        <p:spPr>
          <a:xfrm>
            <a:off x="3783724" y="6568966"/>
            <a:ext cx="0" cy="0"/>
          </a:xfrm>
          <a:prstGeom prst="rect">
            <a:avLst/>
          </a:prstGeom>
        </p:spPr>
        <p:txBody>
          <a:bodyPr vert="horz" wrap="none" lIns="72000" tIns="36000" rIns="72000" bIns="36000" rtlCol="0" anchor="t"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tabLst/>
            </a:pPr>
            <a:endParaRPr kumimoji="0" lang="en-US" sz="2000" b="0" i="0" u="none" strike="noStrike" kern="1000" cap="none" spc="-3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90AA67-30C7-4F18-0A57-7F5D82FBDA33}"/>
              </a:ext>
            </a:extLst>
          </p:cNvPr>
          <p:cNvSpPr txBox="1"/>
          <p:nvPr/>
        </p:nvSpPr>
        <p:spPr>
          <a:xfrm>
            <a:off x="1311965" y="6543923"/>
            <a:ext cx="0" cy="0"/>
          </a:xfrm>
          <a:prstGeom prst="rect">
            <a:avLst/>
          </a:prstGeom>
        </p:spPr>
        <p:txBody>
          <a:bodyPr vert="horz" wrap="none" lIns="72000" tIns="36000" rIns="72000" bIns="36000" rtlCol="0" anchor="t"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tabLst/>
            </a:pPr>
            <a:endParaRPr kumimoji="0" lang="en-US" sz="2000" b="0" i="0" u="none" strike="noStrike" kern="1000" cap="none" spc="-3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772999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31D96-B555-38CB-47E8-F38F51BFC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3F072-6065-2EFF-AFD5-0AC6B555706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Introduction &amp; Background</a:t>
            </a:r>
          </a:p>
          <a:p>
            <a:r>
              <a:rPr lang="en-US" dirty="0"/>
              <a:t>Research Statement</a:t>
            </a:r>
          </a:p>
          <a:p>
            <a:r>
              <a:rPr lang="en-US" dirty="0"/>
              <a:t>Methodology</a:t>
            </a:r>
          </a:p>
          <a:p>
            <a:r>
              <a:rPr lang="en-US" dirty="0"/>
              <a:t>Results &amp; Discussion</a:t>
            </a:r>
          </a:p>
          <a:p>
            <a:r>
              <a:rPr lang="en-US" dirty="0"/>
              <a:t>Conclusions &amp; Future Work</a:t>
            </a:r>
          </a:p>
        </p:txBody>
      </p:sp>
    </p:spTree>
    <p:extLst>
      <p:ext uri="{BB962C8B-B14F-4D97-AF65-F5344CB8AC3E}">
        <p14:creationId xmlns:p14="http://schemas.microsoft.com/office/powerpoint/2010/main" val="2814225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53984-5A3B-057C-DD25-94A554E01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&amp; Background - 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643C2-BAC5-4C62-244C-8C718C58988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A869C54-B242-2092-13D2-748033DD2102}"/>
              </a:ext>
            </a:extLst>
          </p:cNvPr>
          <p:cNvSpPr/>
          <p:nvPr/>
        </p:nvSpPr>
        <p:spPr>
          <a:xfrm>
            <a:off x="124039" y="2329732"/>
            <a:ext cx="2630273" cy="226612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spcBef>
                <a:spcPts val="800"/>
              </a:spcBef>
              <a:buAutoNum type="arabicPeriod"/>
            </a:pPr>
            <a:r>
              <a:rPr lang="en-US" b="1" dirty="0">
                <a:solidFill>
                  <a:schemeClr val="tx1"/>
                </a:solidFill>
              </a:rPr>
              <a:t>Measurement Configuration:</a:t>
            </a:r>
          </a:p>
          <a:p>
            <a:pPr algn="ctr">
              <a:spcBef>
                <a:spcPts val="800"/>
              </a:spcBef>
            </a:pPr>
            <a:r>
              <a:rPr lang="en-US" dirty="0">
                <a:solidFill>
                  <a:schemeClr val="tx1"/>
                </a:solidFill>
              </a:rPr>
              <a:t>The UE is configured to monitor signal strength/ quality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EB21755-C4F9-8CEE-AB1B-38C8FA7D190B}"/>
              </a:ext>
            </a:extLst>
          </p:cNvPr>
          <p:cNvSpPr/>
          <p:nvPr/>
        </p:nvSpPr>
        <p:spPr>
          <a:xfrm>
            <a:off x="2992997" y="2329732"/>
            <a:ext cx="2630273" cy="226612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pPr algn="ctr">
              <a:spcBef>
                <a:spcPts val="800"/>
              </a:spcBef>
            </a:pPr>
            <a:r>
              <a:rPr lang="en-US" b="1" dirty="0">
                <a:solidFill>
                  <a:schemeClr val="tx1"/>
                </a:solidFill>
              </a:rPr>
              <a:t>2. Measurement Configuration:</a:t>
            </a:r>
          </a:p>
          <a:p>
            <a:pPr algn="ctr">
              <a:spcBef>
                <a:spcPts val="800"/>
              </a:spcBef>
            </a:pPr>
            <a:r>
              <a:rPr lang="en-US" dirty="0">
                <a:solidFill>
                  <a:schemeClr val="tx1"/>
                </a:solidFill>
              </a:rPr>
              <a:t>The UE monitors signal and sends reports when conditions are met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95B2C0E-38C2-37D1-E143-43ED8798A90C}"/>
              </a:ext>
            </a:extLst>
          </p:cNvPr>
          <p:cNvSpPr/>
          <p:nvPr/>
        </p:nvSpPr>
        <p:spPr>
          <a:xfrm>
            <a:off x="9199003" y="2329732"/>
            <a:ext cx="2752257" cy="22661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lang="en-US" b="1" dirty="0">
                <a:solidFill>
                  <a:schemeClr val="tx1"/>
                </a:solidFill>
              </a:rPr>
              <a:t>4. Handover Execution:</a:t>
            </a:r>
          </a:p>
          <a:p>
            <a:pPr algn="ctr">
              <a:spcBef>
                <a:spcPts val="800"/>
              </a:spcBef>
            </a:pPr>
            <a:r>
              <a:rPr lang="en-US" dirty="0">
                <a:solidFill>
                  <a:schemeClr val="tx1"/>
                </a:solidFill>
              </a:rPr>
              <a:t>The UE connects to the target cell via RRC signaling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B663693-3A3B-2A56-7751-3FE8DD460A19}"/>
              </a:ext>
            </a:extLst>
          </p:cNvPr>
          <p:cNvSpPr/>
          <p:nvPr/>
        </p:nvSpPr>
        <p:spPr>
          <a:xfrm>
            <a:off x="5837662" y="2329733"/>
            <a:ext cx="2791563" cy="22661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/>
          <a:lstStyle/>
          <a:p>
            <a:pPr algn="ctr">
              <a:spcBef>
                <a:spcPts val="800"/>
              </a:spcBef>
            </a:pPr>
            <a:r>
              <a:rPr lang="en-US" b="1" dirty="0">
                <a:solidFill>
                  <a:schemeClr val="tx1"/>
                </a:solidFill>
              </a:rPr>
              <a:t>3. Handover Decision:</a:t>
            </a:r>
          </a:p>
          <a:p>
            <a:pPr algn="ctr">
              <a:spcBef>
                <a:spcPts val="800"/>
              </a:spcBef>
            </a:pPr>
            <a:r>
              <a:rPr lang="en-US" dirty="0">
                <a:solidFill>
                  <a:schemeClr val="tx1"/>
                </a:solidFill>
              </a:rPr>
              <a:t>The source base station evaluates report and makes a decision to send  RRC HO Command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60F69A1-C473-5457-39E7-BF18B1CBDE09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 bwMode="auto">
          <a:xfrm>
            <a:off x="2754312" y="3462793"/>
            <a:ext cx="238685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E16873E-482C-54A5-DD83-01B56672BFAC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 bwMode="auto">
          <a:xfrm>
            <a:off x="5623270" y="3462793"/>
            <a:ext cx="214392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CF0CD05-0899-9C04-CC25-D15923298945}"/>
              </a:ext>
            </a:extLst>
          </p:cNvPr>
          <p:cNvCxnSpPr>
            <a:cxnSpLocks/>
            <a:stCxn id="11" idx="3"/>
            <a:endCxn id="10" idx="1"/>
          </p:cNvCxnSpPr>
          <p:nvPr/>
        </p:nvCxnSpPr>
        <p:spPr bwMode="auto">
          <a:xfrm flipV="1">
            <a:off x="8629225" y="3462792"/>
            <a:ext cx="569778" cy="1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6DEE3F0-50B5-B8CB-7178-0FBA0776E113}"/>
              </a:ext>
            </a:extLst>
          </p:cNvPr>
          <p:cNvSpPr txBox="1"/>
          <p:nvPr/>
        </p:nvSpPr>
        <p:spPr>
          <a:xfrm>
            <a:off x="2351526" y="4804281"/>
            <a:ext cx="9086573" cy="914400"/>
          </a:xfrm>
          <a:prstGeom prst="rect">
            <a:avLst/>
          </a:prstGeom>
        </p:spPr>
        <p:txBody>
          <a:bodyPr vert="horz" wrap="none" lIns="72000" tIns="36000" rIns="72000" bIns="36000" rtlCol="0" anchor="t"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000" b="0" i="0" u="none" strike="noStrike" kern="1000" cap="none" spc="-3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Database (</a:t>
            </a:r>
            <a:r>
              <a:rPr kumimoji="0" lang="en-US" sz="2000" b="0" i="0" u="none" strike="noStrike" kern="1000" cap="none" spc="-30" normalizeH="0" baseline="0" noProof="0" dirty="0" err="1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db</a:t>
            </a:r>
            <a:r>
              <a:rPr kumimoji="0" lang="en-US" sz="2000" b="0" i="0" u="none" strike="noStrike" kern="1000" cap="none" spc="-3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files are generated for the L3-mobility scenario</a:t>
            </a:r>
            <a:endParaRPr kumimoji="0" lang="en-SE" sz="2000" b="0" i="0" u="none" strike="noStrike" kern="1000" cap="none" spc="-30" normalizeH="0" baseline="0" noProof="0" dirty="0">
              <a:ln>
                <a:noFill/>
              </a:ln>
              <a:solidFill>
                <a:srgbClr val="24242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812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41CA6-A7FA-AB3A-E400-5D59A3330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Statement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E86D7-C8C3-915E-EF84-65C27B52471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How can AI/ML improve the accuracy and efficiency of L3 handover decisions in LTE &amp; 5G?</a:t>
            </a:r>
          </a:p>
          <a:p>
            <a:r>
              <a:rPr lang="en-US" dirty="0"/>
              <a:t>Which mobility-related features have the greatest impact on predicting L3 handover success?</a:t>
            </a:r>
          </a:p>
          <a:p>
            <a:r>
              <a:rPr lang="en-US" dirty="0"/>
              <a:t>How do supervised models ( </a:t>
            </a:r>
            <a:r>
              <a:rPr lang="en-US" dirty="0" err="1"/>
              <a:t>XGBoost</a:t>
            </a:r>
            <a:r>
              <a:rPr lang="en-US" dirty="0"/>
              <a:t> , Random Forest ) compare to traditional threshold-based methods ?</a:t>
            </a:r>
          </a:p>
          <a:p>
            <a:r>
              <a:rPr lang="en-US" dirty="0"/>
              <a:t>What limitations affect AI/ML-based mobility management, and what future directions are promising?</a:t>
            </a:r>
          </a:p>
        </p:txBody>
      </p:sp>
    </p:spTree>
    <p:extLst>
      <p:ext uri="{BB962C8B-B14F-4D97-AF65-F5344CB8AC3E}">
        <p14:creationId xmlns:p14="http://schemas.microsoft.com/office/powerpoint/2010/main" val="230404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2E72A-B643-C186-9CE2-5E7BEB0DC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rmAutofit fontScale="90000"/>
          </a:bodyPr>
          <a:lstStyle/>
          <a:p>
            <a:r>
              <a:rPr lang="en-US" sz="3700" dirty="0"/>
              <a:t>Methodology - I</a:t>
            </a:r>
            <a:br>
              <a:rPr lang="en-US" sz="3700" dirty="0"/>
            </a:br>
            <a:endParaRPr lang="en-US" sz="37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E837D96-28CD-C296-DB41-5A768AFE6BE8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4091239439"/>
              </p:ext>
            </p:extLst>
          </p:nvPr>
        </p:nvGraphicFramePr>
        <p:xfrm>
          <a:off x="479425" y="1844675"/>
          <a:ext cx="10967508" cy="4392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00533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B2A34-F75A-63D9-79D0-1DCB3A707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B6127-6EA6-68DC-F660-30DFB2F8D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Methodology - II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B3B20-84B8-33C4-3C59-0285A7282DF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5" y="1796037"/>
            <a:ext cx="11233150" cy="4643909"/>
          </a:xfrm>
        </p:spPr>
        <p:txBody>
          <a:bodyPr vert="horz" lIns="72000" tIns="36000" rIns="72000" bIns="36000" rtlCol="0" anchor="t">
            <a:noAutofit/>
          </a:bodyPr>
          <a:lstStyle/>
          <a:p>
            <a:pPr marL="264795" indent="-264795"/>
            <a:r>
              <a:rPr lang="en-US" b="1" dirty="0" err="1"/>
              <a:t>XGBoost</a:t>
            </a:r>
            <a:r>
              <a:rPr lang="en-US" b="1" dirty="0"/>
              <a:t> Classifier:</a:t>
            </a:r>
          </a:p>
          <a:p>
            <a:pPr marL="537845" lvl="1">
              <a:buFont typeface="Courier New" panose="05000000000000000000" pitchFamily="2" charset="2"/>
              <a:buChar char="o"/>
            </a:pPr>
            <a:r>
              <a:rPr lang="en-US" dirty="0">
                <a:latin typeface="+mj-lt"/>
              </a:rPr>
              <a:t>Applied for supervised learning to classify handover is happening in the files.</a:t>
            </a:r>
          </a:p>
          <a:p>
            <a:pPr marL="537845" lvl="1">
              <a:buFont typeface="Courier New" panose="05000000000000000000" pitchFamily="2" charset="2"/>
              <a:buChar char="o"/>
            </a:pPr>
            <a:r>
              <a:rPr lang="en-US" dirty="0">
                <a:latin typeface="+mj-lt"/>
              </a:rPr>
              <a:t>Learns</a:t>
            </a:r>
            <a:r>
              <a:rPr lang="en-US" dirty="0">
                <a:latin typeface="+mj-lt"/>
                <a:ea typeface="+mn-lt"/>
                <a:cs typeface="+mn-lt"/>
              </a:rPr>
              <a:t> from labeled .</a:t>
            </a:r>
            <a:r>
              <a:rPr lang="en-US" dirty="0" err="1">
                <a:latin typeface="+mj-lt"/>
                <a:ea typeface="+mn-lt"/>
                <a:cs typeface="+mn-lt"/>
              </a:rPr>
              <a:t>db</a:t>
            </a:r>
            <a:r>
              <a:rPr lang="en-US" dirty="0">
                <a:latin typeface="+mj-lt"/>
                <a:ea typeface="+mn-lt"/>
                <a:cs typeface="+mn-lt"/>
              </a:rPr>
              <a:t> file data to distinguish handover/non-handover occurrences based on the feature importance.</a:t>
            </a:r>
            <a:endParaRPr lang="en-US" dirty="0">
              <a:latin typeface="+mj-lt"/>
            </a:endParaRPr>
          </a:p>
          <a:p>
            <a:pPr marL="264795" indent="-264795"/>
            <a:r>
              <a:rPr lang="en-US" b="1" dirty="0"/>
              <a:t>Random Forest Classifier:</a:t>
            </a:r>
          </a:p>
          <a:p>
            <a:pPr marL="537845" lvl="1">
              <a:buFont typeface="Courier New" panose="05000000000000000000" pitchFamily="2" charset="2"/>
              <a:buChar char="o"/>
            </a:pPr>
            <a:r>
              <a:rPr lang="en-US" dirty="0">
                <a:latin typeface="+mj-lt"/>
              </a:rPr>
              <a:t>Used for supervised learning classification tasks to determine handover occurrence.</a:t>
            </a:r>
          </a:p>
          <a:p>
            <a:pPr marL="537845" lvl="1">
              <a:buFont typeface="Courier New" panose="05000000000000000000" pitchFamily="2" charset="2"/>
              <a:buChar char="o"/>
            </a:pPr>
            <a:r>
              <a:rPr lang="en-US" dirty="0">
                <a:latin typeface="+mj-lt"/>
              </a:rPr>
              <a:t>Helps the model to classify the two different scenarios of handover occurrence across different number of seeds.</a:t>
            </a:r>
          </a:p>
        </p:txBody>
      </p:sp>
    </p:spTree>
    <p:extLst>
      <p:ext uri="{BB962C8B-B14F-4D97-AF65-F5344CB8AC3E}">
        <p14:creationId xmlns:p14="http://schemas.microsoft.com/office/powerpoint/2010/main" val="3244090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65EAF-D8AF-4938-904E-236B89983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A1C16E2-4340-2BE3-2F50-1CD7B4BC5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rmAutofit fontScale="90000"/>
          </a:bodyPr>
          <a:lstStyle/>
          <a:p>
            <a:r>
              <a:rPr lang="en-US" sz="4000" dirty="0"/>
              <a:t>Methodology - III</a:t>
            </a:r>
            <a:br>
              <a:rPr lang="en-US" kern="1200" dirty="0"/>
            </a:br>
            <a:r>
              <a:rPr lang="en-US" kern="1200" dirty="0"/>
              <a:t>Simulation KPI – Receiver Operating Characteristic</a:t>
            </a:r>
            <a:endParaRPr lang="en-US" dirty="0"/>
          </a:p>
        </p:txBody>
      </p:sp>
      <p:graphicFrame>
        <p:nvGraphicFramePr>
          <p:cNvPr id="7" name="Content Placeholder 1">
            <a:extLst>
              <a:ext uri="{FF2B5EF4-FFF2-40B4-BE49-F238E27FC236}">
                <a16:creationId xmlns:a16="http://schemas.microsoft.com/office/drawing/2014/main" id="{8D8A0D84-5121-35CC-A919-B1998C9FC1FF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276905960"/>
              </p:ext>
            </p:extLst>
          </p:nvPr>
        </p:nvGraphicFramePr>
        <p:xfrm>
          <a:off x="479425" y="1844675"/>
          <a:ext cx="11233150" cy="4392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36577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1E2CA-B2C2-3670-967A-B3A5DF268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62BA004-85E1-2E6F-7C96-3DAF43AD7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0707803" cy="1081088"/>
          </a:xfrm>
        </p:spPr>
        <p:txBody>
          <a:bodyPr/>
          <a:lstStyle/>
          <a:p>
            <a:r>
              <a:rPr lang="en-US" sz="4000" dirty="0"/>
              <a:t>Methodology - IV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0E4FAA-720F-B6BF-7408-4ABE2F749AB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5" y="1844675"/>
            <a:ext cx="11233150" cy="4270678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1800" b="1" dirty="0">
                <a:latin typeface="+mj-lt"/>
              </a:rPr>
              <a:t>Confusion Matrix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+mj-lt"/>
              </a:rPr>
              <a:t>Shows correct and incorrect predictions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+mj-lt"/>
              </a:rPr>
              <a:t>Handover vs. non-handover events</a:t>
            </a:r>
          </a:p>
          <a:p>
            <a:pPr>
              <a:buNone/>
            </a:pPr>
            <a:r>
              <a:rPr lang="en-US" sz="1800" b="1" dirty="0">
                <a:latin typeface="+mj-lt"/>
              </a:rPr>
              <a:t>Main Metrics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+mj-lt"/>
              </a:rPr>
              <a:t>Accuracy:</a:t>
            </a:r>
            <a:r>
              <a:rPr lang="en-US" sz="1800" dirty="0">
                <a:latin typeface="+mj-lt"/>
              </a:rPr>
              <a:t> percentage of correct handover predictions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+mj-lt"/>
              </a:rPr>
              <a:t>Precision: </a:t>
            </a:r>
            <a:r>
              <a:rPr lang="en-US" sz="1800" dirty="0">
                <a:latin typeface="+mj-lt"/>
              </a:rPr>
              <a:t>percentage</a:t>
            </a:r>
            <a:r>
              <a:rPr lang="en-US" sz="1800" b="1" dirty="0">
                <a:latin typeface="+mj-lt"/>
              </a:rPr>
              <a:t> </a:t>
            </a:r>
            <a:r>
              <a:rPr lang="en-US" sz="1800" dirty="0">
                <a:latin typeface="+mj-lt"/>
              </a:rPr>
              <a:t>of correctly predicted samples per class.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+mj-lt"/>
              </a:rPr>
              <a:t>Recall:</a:t>
            </a:r>
            <a:r>
              <a:rPr lang="en-US" sz="1800" dirty="0">
                <a:latin typeface="+mj-lt"/>
              </a:rPr>
              <a:t> percentage of real handovers found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+mj-lt"/>
              </a:rPr>
              <a:t>F1-score:</a:t>
            </a:r>
            <a:r>
              <a:rPr lang="en-US" sz="1800" dirty="0">
                <a:latin typeface="+mj-lt"/>
              </a:rPr>
              <a:t> Balance between precision and recall</a:t>
            </a:r>
          </a:p>
          <a:p>
            <a:pPr>
              <a:buNone/>
            </a:pPr>
            <a:r>
              <a:rPr lang="en-US" sz="1800" b="1" dirty="0">
                <a:latin typeface="+mj-lt"/>
              </a:rPr>
              <a:t>Why Use Them?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+mj-lt"/>
              </a:rPr>
              <a:t>shows how well the model 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+mj-lt"/>
              </a:rPr>
              <a:t>F1-score helps when data is imbalanced</a:t>
            </a:r>
          </a:p>
          <a:p>
            <a:pPr marL="0" indent="0">
              <a:buNone/>
            </a:pPr>
            <a:endParaRPr lang="en-US" sz="1800" dirty="0">
              <a:latin typeface="+mj-lt"/>
            </a:endParaRP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32904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8E8C1-32A3-2AEB-9D5F-99FCACC74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EA494-FB59-852C-69BA-7E286A7AA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&amp; discussions - I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A5D84-14DC-46A6-B8F9-8F94F93E4CF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1498" y="1557338"/>
            <a:ext cx="11233150" cy="4620335"/>
          </a:xfrm>
        </p:spPr>
        <p:txBody>
          <a:bodyPr vert="horz" lIns="72000" tIns="36000" rIns="72000" bIns="36000" rtlCol="0" anchor="t">
            <a:noAutofit/>
          </a:bodyPr>
          <a:lstStyle/>
          <a:p>
            <a:pPr marL="264795" indent="-264795"/>
            <a:r>
              <a:rPr lang="en-US" sz="2000" b="1" dirty="0">
                <a:latin typeface="+mj-lt"/>
              </a:rPr>
              <a:t>Random Forest Parameters:</a:t>
            </a:r>
          </a:p>
          <a:p>
            <a:pPr marL="264795" indent="-264795"/>
            <a:endParaRPr lang="en-US" sz="2000" b="1" dirty="0">
              <a:latin typeface="+mj-lt"/>
            </a:endParaRPr>
          </a:p>
          <a:p>
            <a:pPr marL="264795" indent="-264795"/>
            <a:endParaRPr lang="en-US" dirty="0">
              <a:latin typeface="Ericsson Hilda"/>
            </a:endParaRPr>
          </a:p>
          <a:p>
            <a:pPr marL="264795" indent="-264795"/>
            <a:endParaRPr lang="en-US" dirty="0">
              <a:latin typeface="+mj-lt"/>
            </a:endParaRPr>
          </a:p>
          <a:p>
            <a:pPr marL="264795" indent="-264795"/>
            <a:endParaRPr lang="en-US" sz="2000" b="1" dirty="0">
              <a:latin typeface="+mj-lt"/>
            </a:endParaRPr>
          </a:p>
          <a:p>
            <a:pPr marL="264795" indent="-264795"/>
            <a:endParaRPr lang="en-US" b="1" dirty="0">
              <a:latin typeface="+mj-lt"/>
            </a:endParaRPr>
          </a:p>
          <a:p>
            <a:pPr marL="264795" indent="-264795"/>
            <a:r>
              <a:rPr lang="en-US" sz="2000" b="1" dirty="0" err="1">
                <a:latin typeface="+mj-lt"/>
              </a:rPr>
              <a:t>XGBoost</a:t>
            </a:r>
            <a:r>
              <a:rPr lang="en-US" sz="2000" b="1" dirty="0">
                <a:latin typeface="+mj-lt"/>
              </a:rPr>
              <a:t> Parameters:</a:t>
            </a:r>
          </a:p>
          <a:p>
            <a:pPr marL="264795" indent="-264795"/>
            <a:endParaRPr lang="en-US" sz="2000" b="1" dirty="0">
              <a:latin typeface="+mj-lt"/>
            </a:endParaRPr>
          </a:p>
          <a:p>
            <a:pPr marL="264795" indent="-264795"/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60FB1B5-4539-B5B4-DE57-2D93B10CC8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081509"/>
              </p:ext>
            </p:extLst>
          </p:nvPr>
        </p:nvGraphicFramePr>
        <p:xfrm>
          <a:off x="851504" y="1899414"/>
          <a:ext cx="6858807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5599">
                  <a:extLst>
                    <a:ext uri="{9D8B030D-6E8A-4147-A177-3AD203B41FA5}">
                      <a16:colId xmlns:a16="http://schemas.microsoft.com/office/drawing/2014/main" val="1182354091"/>
                    </a:ext>
                  </a:extLst>
                </a:gridCol>
                <a:gridCol w="1701607">
                  <a:extLst>
                    <a:ext uri="{9D8B030D-6E8A-4147-A177-3AD203B41FA5}">
                      <a16:colId xmlns:a16="http://schemas.microsoft.com/office/drawing/2014/main" val="2772765725"/>
                    </a:ext>
                  </a:extLst>
                </a:gridCol>
                <a:gridCol w="2641601">
                  <a:extLst>
                    <a:ext uri="{9D8B030D-6E8A-4147-A177-3AD203B41FA5}">
                      <a16:colId xmlns:a16="http://schemas.microsoft.com/office/drawing/2014/main" val="2687769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Scenarios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n_estimators</a:t>
                      </a:r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max_depth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3669998"/>
                  </a:ext>
                </a:extLst>
              </a:tr>
              <a:tr h="2772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1UE Pedestrian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87836"/>
                  </a:ext>
                </a:extLst>
              </a:tr>
              <a:tr h="3038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10UE Pedestrian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8247714"/>
                  </a:ext>
                </a:extLst>
              </a:tr>
              <a:tr h="3038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1UE Vehicle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810432"/>
                  </a:ext>
                </a:extLst>
              </a:tr>
              <a:tr h="3038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10UE Vehicle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03160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7028E6B-5514-6929-A2F0-AC28E17F2E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8006705"/>
              </p:ext>
            </p:extLst>
          </p:nvPr>
        </p:nvGraphicFramePr>
        <p:xfrm>
          <a:off x="851504" y="4344610"/>
          <a:ext cx="6870096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5569">
                  <a:extLst>
                    <a:ext uri="{9D8B030D-6E8A-4147-A177-3AD203B41FA5}">
                      <a16:colId xmlns:a16="http://schemas.microsoft.com/office/drawing/2014/main" val="2803103633"/>
                    </a:ext>
                  </a:extLst>
                </a:gridCol>
                <a:gridCol w="1875569">
                  <a:extLst>
                    <a:ext uri="{9D8B030D-6E8A-4147-A177-3AD203B41FA5}">
                      <a16:colId xmlns:a16="http://schemas.microsoft.com/office/drawing/2014/main" val="3876448231"/>
                    </a:ext>
                  </a:extLst>
                </a:gridCol>
                <a:gridCol w="1875569">
                  <a:extLst>
                    <a:ext uri="{9D8B030D-6E8A-4147-A177-3AD203B41FA5}">
                      <a16:colId xmlns:a16="http://schemas.microsoft.com/office/drawing/2014/main" val="3619536837"/>
                    </a:ext>
                  </a:extLst>
                </a:gridCol>
                <a:gridCol w="1243389">
                  <a:extLst>
                    <a:ext uri="{9D8B030D-6E8A-4147-A177-3AD203B41FA5}">
                      <a16:colId xmlns:a16="http://schemas.microsoft.com/office/drawing/2014/main" val="27925783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Scenarios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n_estimators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max_depth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Learning_rate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278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1UE Pedestrian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459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1UE Pedestrian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8039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1UE Vehicle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145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10UE Vehicle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6803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1471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B30B7-0756-2F1A-6ADA-F31C44E68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D18FD-41D2-94C4-65E2-0166AE585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rmAutofit/>
          </a:bodyPr>
          <a:lstStyle/>
          <a:p>
            <a:r>
              <a:rPr lang="en-US" dirty="0"/>
              <a:t>Results &amp; discussions - II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CEBD458-4C5F-6AD9-AD15-59999CF3584C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216633054"/>
              </p:ext>
            </p:extLst>
          </p:nvPr>
        </p:nvGraphicFramePr>
        <p:xfrm>
          <a:off x="479425" y="1844675"/>
          <a:ext cx="11233150" cy="4392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34064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CA8E6-5091-E893-656F-0F89FEA4C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6CAD400-94C4-B009-9A49-F52EFAEEC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476250"/>
            <a:ext cx="10517229" cy="1320745"/>
          </a:xfrm>
        </p:spPr>
        <p:txBody>
          <a:bodyPr/>
          <a:lstStyle/>
          <a:p>
            <a:r>
              <a:rPr lang="en-US" sz="3600" dirty="0"/>
              <a:t>Results &amp; discussions – III: </a:t>
            </a:r>
            <a:br>
              <a:rPr lang="en-US" sz="3600" dirty="0"/>
            </a:br>
            <a:r>
              <a:rPr lang="en-US" sz="2000" dirty="0"/>
              <a:t>Handover Detection Results for Vehicular Mobility Using Random Forest</a:t>
            </a:r>
            <a:br>
              <a:rPr lang="en-US" sz="3600" dirty="0"/>
            </a:br>
            <a:endParaRPr lang="en-US" sz="3600" dirty="0"/>
          </a:p>
        </p:txBody>
      </p:sp>
      <p:pic>
        <p:nvPicPr>
          <p:cNvPr id="9" name="Content Placeholder 8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00DB04E9-901A-6F68-C037-6B42F7258E93}"/>
              </a:ext>
            </a:extLst>
          </p:cNvPr>
          <p:cNvPicPr preferRelativeResize="0">
            <a:picLocks noGrp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187" y="1700461"/>
            <a:ext cx="3657600" cy="2825496"/>
          </a:xfrm>
        </p:spPr>
      </p:pic>
      <p:pic>
        <p:nvPicPr>
          <p:cNvPr id="14" name="Content Placeholder 13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10C40426-675E-A199-9228-F7FEF306DDF5}"/>
              </a:ext>
            </a:extLst>
          </p:cNvPr>
          <p:cNvPicPr preferRelativeResize="0">
            <a:picLocks noGrp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415" y="1700461"/>
            <a:ext cx="3657600" cy="2825496"/>
          </a:xfr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75D3D4-A88B-19E7-8E36-D087FF063BA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72000" tIns="36000" rIns="72000" bIns="36000" rtlCol="0" anchor="t">
            <a:noAutofit/>
          </a:bodyPr>
          <a:lstStyle/>
          <a:p>
            <a:pPr marL="0" indent="0">
              <a:buNone/>
            </a:pPr>
            <a:endParaRPr lang="en-US" sz="1100" b="1" dirty="0"/>
          </a:p>
          <a:p>
            <a:pPr marL="0" indent="0" eaLnBrk="0" hangingPunct="0">
              <a:buNone/>
            </a:pPr>
            <a:endParaRPr lang="en-US" sz="1050" b="1" dirty="0"/>
          </a:p>
          <a:p>
            <a:pPr marL="0" indent="0" eaLnBrk="0" hangingPunct="0">
              <a:buNone/>
            </a:pPr>
            <a:r>
              <a:rPr lang="en-US" sz="1050" b="1" dirty="0"/>
              <a:t>10 UE Vehicular Mobility data:</a:t>
            </a:r>
          </a:p>
          <a:p>
            <a:pPr eaLnBrk="0" hangingPunct="0">
              <a:buFont typeface="Arial" panose="020B0604020202020204" pitchFamily="34" charset="0"/>
              <a:buChar char="•"/>
            </a:pPr>
            <a:r>
              <a:rPr lang="en-US" sz="1050" b="1" dirty="0"/>
              <a:t> </a:t>
            </a:r>
            <a:r>
              <a:rPr lang="en-US" sz="1000" dirty="0"/>
              <a:t>Detected </a:t>
            </a:r>
            <a:r>
              <a:rPr lang="en-US" sz="1000" b="1" dirty="0"/>
              <a:t>2 584 / 2 585</a:t>
            </a:r>
            <a:r>
              <a:rPr lang="en-US" sz="1000" dirty="0"/>
              <a:t> handovers → </a:t>
            </a:r>
            <a:r>
              <a:rPr lang="en-US" sz="1000" i="1" dirty="0"/>
              <a:t>99 % recall</a:t>
            </a:r>
            <a:endParaRPr lang="en-US" sz="1050" b="1" i="1" dirty="0"/>
          </a:p>
          <a:p>
            <a:pPr eaLnBrk="0" hangingPunct="0">
              <a:buFont typeface="Arial" panose="020B0604020202020204" pitchFamily="34" charset="0"/>
              <a:buChar char="•"/>
            </a:pPr>
            <a:r>
              <a:rPr lang="en-US" sz="1050" b="1" i="1" dirty="0"/>
              <a:t> </a:t>
            </a:r>
            <a:r>
              <a:rPr lang="en-US" sz="1050" dirty="0"/>
              <a:t>257 false detection</a:t>
            </a:r>
          </a:p>
          <a:p>
            <a:pPr eaLnBrk="0" hangingPunct="0">
              <a:buFont typeface="Arial" panose="020B0604020202020204" pitchFamily="34" charset="0"/>
              <a:buChar char="•"/>
            </a:pPr>
            <a:r>
              <a:rPr lang="en-US" sz="1000" dirty="0"/>
              <a:t>Near-perfect detection of handover under higher load</a:t>
            </a:r>
            <a:endParaRPr lang="en-US" sz="105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509B761-303C-6F1B-22D4-E6C4695C375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81655" y="3967701"/>
            <a:ext cx="5614345" cy="2274048"/>
          </a:xfrm>
        </p:spPr>
        <p:txBody>
          <a:bodyPr vert="horz" lIns="72000" tIns="36000" rIns="72000" bIns="36000" rtlCol="0" anchor="t">
            <a:noAutofit/>
          </a:bodyPr>
          <a:lstStyle/>
          <a:p>
            <a:pPr marL="0" indent="0">
              <a:buNone/>
            </a:pPr>
            <a:endParaRPr lang="en-US" sz="1100" b="1" dirty="0"/>
          </a:p>
          <a:p>
            <a:pPr marL="0" indent="0">
              <a:buNone/>
            </a:pPr>
            <a:endParaRPr lang="en-US" sz="1100" b="1" dirty="0"/>
          </a:p>
          <a:p>
            <a:pPr marL="0" indent="0" eaLnBrk="0" hangingPunct="0">
              <a:buNone/>
            </a:pPr>
            <a:endParaRPr lang="en-US" sz="1050" b="1" dirty="0"/>
          </a:p>
          <a:p>
            <a:pPr marL="0" indent="0" eaLnBrk="0" hangingPunct="0">
              <a:buNone/>
            </a:pPr>
            <a:r>
              <a:rPr lang="en-US" sz="1050" b="1" dirty="0"/>
              <a:t>Single UE Vehicular Mobility data:</a:t>
            </a:r>
          </a:p>
          <a:p>
            <a:pPr eaLnBrk="0" hangingPunct="0"/>
            <a:r>
              <a:rPr lang="en-US" sz="1050" dirty="0"/>
              <a:t>Detected </a:t>
            </a:r>
            <a:r>
              <a:rPr lang="en-US" sz="1050" b="1" dirty="0"/>
              <a:t>244 of 246</a:t>
            </a:r>
            <a:r>
              <a:rPr lang="en-US" sz="1050" dirty="0"/>
              <a:t> handovers → 99 % recall</a:t>
            </a:r>
          </a:p>
          <a:p>
            <a:pPr eaLnBrk="0" hangingPunct="0"/>
            <a:r>
              <a:rPr lang="en-US" sz="1050" dirty="0"/>
              <a:t> 160 false detections</a:t>
            </a:r>
          </a:p>
          <a:p>
            <a:pPr eaLnBrk="0" hangingPunct="0"/>
            <a:r>
              <a:rPr lang="en-US" sz="1050" dirty="0"/>
              <a:t> Strong handover detection</a:t>
            </a:r>
          </a:p>
          <a:p>
            <a:pPr marL="0" indent="0" eaLnBrk="0" hangingPunct="0">
              <a:buNone/>
            </a:pP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803627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CAD87-1092-8123-A2E8-99443B69C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B0AA5-6715-630F-346A-F83D2D798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476250"/>
            <a:ext cx="10672279" cy="1081088"/>
          </a:xfrm>
        </p:spPr>
        <p:txBody>
          <a:bodyPr/>
          <a:lstStyle/>
          <a:p>
            <a:r>
              <a:rPr lang="en-US" sz="3600" dirty="0"/>
              <a:t>Results &amp; discussions – IV</a:t>
            </a:r>
            <a:br>
              <a:rPr lang="en-US" sz="3600" dirty="0"/>
            </a:br>
            <a:r>
              <a:rPr lang="en-US" sz="2000" dirty="0"/>
              <a:t>Handover Detection Results for Pedestrian Mobility Using Random Forest</a:t>
            </a:r>
          </a:p>
        </p:txBody>
      </p:sp>
      <p:pic>
        <p:nvPicPr>
          <p:cNvPr id="10" name="Content Placeholder 9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4049BC8A-7049-5A4E-81A6-26034403A112}"/>
              </a:ext>
            </a:extLst>
          </p:cNvPr>
          <p:cNvPicPr preferRelativeResize="0">
            <a:picLocks noGrp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193" y="1703812"/>
            <a:ext cx="3657600" cy="2825496"/>
          </a:xfrm>
        </p:spPr>
      </p:pic>
      <p:pic>
        <p:nvPicPr>
          <p:cNvPr id="14" name="Content Placeholder 13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C0F1BB48-8656-3148-A1BE-0AB4C2BFC06C}"/>
              </a:ext>
            </a:extLst>
          </p:cNvPr>
          <p:cNvPicPr preferRelativeResize="0">
            <a:picLocks noGrp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6512" y="1703812"/>
            <a:ext cx="3657600" cy="282549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5A5DF80-1E22-D301-F474-8BE343E806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2694" y="4150368"/>
            <a:ext cx="5472113" cy="2661670"/>
          </a:xfrm>
        </p:spPr>
        <p:txBody>
          <a:bodyPr vert="horz" lIns="72000" tIns="36000" rIns="72000" bIns="36000" rtlCol="0" anchor="t">
            <a:noAutofit/>
          </a:bodyPr>
          <a:lstStyle/>
          <a:p>
            <a:pPr marL="0" indent="0">
              <a:buNone/>
            </a:pPr>
            <a:endParaRPr lang="en-US" sz="1200" b="1" dirty="0"/>
          </a:p>
          <a:p>
            <a:pPr marL="0" indent="0">
              <a:buNone/>
            </a:pPr>
            <a:endParaRPr lang="en-US" sz="1200" b="1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050" b="1" dirty="0"/>
              <a:t>10 UE pedestrian Mobility data:</a:t>
            </a:r>
          </a:p>
          <a:p>
            <a:pPr eaLnBrk="0" hangingPunct="0">
              <a:spcBef>
                <a:spcPts val="600"/>
              </a:spcBef>
            </a:pPr>
            <a:r>
              <a:rPr lang="en-US" sz="1200" b="1" dirty="0"/>
              <a:t> </a:t>
            </a:r>
            <a:r>
              <a:rPr lang="en-US" sz="1050" dirty="0"/>
              <a:t>Detected 452 / 455 handovers → 99.3 % recall</a:t>
            </a:r>
          </a:p>
          <a:p>
            <a:r>
              <a:rPr lang="en-US" sz="1050" dirty="0"/>
              <a:t> </a:t>
            </a:r>
            <a:r>
              <a:rPr lang="en-US" sz="1050" b="1" dirty="0"/>
              <a:t>3</a:t>
            </a:r>
            <a:r>
              <a:rPr lang="en-US" sz="1050" dirty="0"/>
              <a:t> missed, </a:t>
            </a:r>
            <a:r>
              <a:rPr lang="en-US" sz="1050" b="1" dirty="0"/>
              <a:t>739</a:t>
            </a:r>
            <a:r>
              <a:rPr lang="en-US" sz="1050" dirty="0"/>
              <a:t> false detections</a:t>
            </a:r>
          </a:p>
          <a:p>
            <a:r>
              <a:rPr lang="en-US" sz="1050" i="1" dirty="0"/>
              <a:t> Strong handover detection under higher UE load</a:t>
            </a:r>
            <a:endParaRPr lang="en-US" sz="1050" dirty="0"/>
          </a:p>
          <a:p>
            <a:pPr eaLnBrk="0" hangingPunct="0">
              <a:spcBef>
                <a:spcPts val="600"/>
              </a:spcBef>
            </a:pPr>
            <a:endParaRPr lang="en-US" sz="11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0C1689-F712-DDAF-B936-7C9A2854415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81655" y="4152597"/>
            <a:ext cx="5472113" cy="2543327"/>
          </a:xfrm>
        </p:spPr>
        <p:txBody>
          <a:bodyPr vert="horz" lIns="72000" tIns="36000" rIns="72000" bIns="36000" rtlCol="0" anchor="t">
            <a:noAutofit/>
          </a:bodyPr>
          <a:lstStyle/>
          <a:p>
            <a:pPr marL="0" indent="0">
              <a:buNone/>
            </a:pPr>
            <a:endParaRPr lang="en-US" sz="1200" b="1" dirty="0"/>
          </a:p>
          <a:p>
            <a:pPr marL="0" indent="0">
              <a:buNone/>
            </a:pPr>
            <a:endParaRPr lang="en-US" sz="1200" b="1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050" b="1" dirty="0"/>
              <a:t>Single UE pedestrian Mobility data:</a:t>
            </a:r>
          </a:p>
          <a:p>
            <a:pPr eaLnBrk="0" hangingPunct="0">
              <a:spcBef>
                <a:spcPts val="600"/>
              </a:spcBef>
            </a:pPr>
            <a:r>
              <a:rPr lang="en-US" sz="1200" b="1" dirty="0"/>
              <a:t> </a:t>
            </a:r>
            <a:r>
              <a:rPr lang="en-US" sz="1050" dirty="0"/>
              <a:t>Detected </a:t>
            </a:r>
            <a:r>
              <a:rPr lang="en-US" sz="1050" b="1" dirty="0"/>
              <a:t>29 / 29</a:t>
            </a:r>
            <a:r>
              <a:rPr lang="en-US" sz="1050" dirty="0"/>
              <a:t> handovers → </a:t>
            </a:r>
            <a:r>
              <a:rPr lang="en-US" sz="1050" i="1" dirty="0"/>
              <a:t>100 % recall</a:t>
            </a:r>
          </a:p>
          <a:p>
            <a:pPr eaLnBrk="0" hangingPunct="0">
              <a:spcBef>
                <a:spcPts val="600"/>
              </a:spcBef>
            </a:pPr>
            <a:r>
              <a:rPr lang="en-US" sz="1050" b="1" i="1" dirty="0"/>
              <a:t> </a:t>
            </a:r>
            <a:r>
              <a:rPr lang="en-US" sz="1050" b="1" dirty="0"/>
              <a:t>198</a:t>
            </a:r>
            <a:r>
              <a:rPr lang="en-US" sz="1050" dirty="0"/>
              <a:t> false handover detections</a:t>
            </a:r>
          </a:p>
          <a:p>
            <a:pPr eaLnBrk="0" hangingPunct="0">
              <a:spcBef>
                <a:spcPts val="600"/>
              </a:spcBef>
            </a:pPr>
            <a:r>
              <a:rPr lang="en-US" sz="1050" b="1" dirty="0"/>
              <a:t> </a:t>
            </a:r>
            <a:r>
              <a:rPr lang="en-US" sz="1050" dirty="0"/>
              <a:t>Excellent detection, but some false positives remain</a:t>
            </a:r>
            <a:endParaRPr lang="en-US" sz="1050" b="1" dirty="0"/>
          </a:p>
          <a:p>
            <a:pPr marL="0" indent="0">
              <a:buNone/>
            </a:pPr>
            <a:endParaRPr lang="en-US" sz="1200" b="1" dirty="0"/>
          </a:p>
          <a:p>
            <a:pPr marL="264795" indent="-264795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310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E9B20-CE74-CE12-D990-A7974957F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3C074-F9BB-7419-6559-189A39F09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476250"/>
            <a:ext cx="10881001" cy="1081088"/>
          </a:xfrm>
        </p:spPr>
        <p:txBody>
          <a:bodyPr/>
          <a:lstStyle/>
          <a:p>
            <a:r>
              <a:rPr lang="en-US" sz="3600" dirty="0"/>
              <a:t>Results &amp; discussions – V</a:t>
            </a:r>
            <a:br>
              <a:rPr lang="en-US" sz="3600" dirty="0"/>
            </a:br>
            <a:r>
              <a:rPr lang="en-US" sz="2000" dirty="0"/>
              <a:t>Handover Detection Results for  Vehicular Mobility Using </a:t>
            </a:r>
            <a:r>
              <a:rPr lang="en-US" sz="2000" dirty="0" err="1"/>
              <a:t>XGBoost</a:t>
            </a:r>
            <a:endParaRPr lang="en-US" sz="2000" dirty="0"/>
          </a:p>
        </p:txBody>
      </p:sp>
      <p:pic>
        <p:nvPicPr>
          <p:cNvPr id="10" name="Content Placeholder 9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0886743F-2857-7F40-8451-E400B2A736D6}"/>
              </a:ext>
            </a:extLst>
          </p:cNvPr>
          <p:cNvPicPr preferRelativeResize="0">
            <a:picLocks noGrp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06" y="1703604"/>
            <a:ext cx="3657600" cy="2825496"/>
          </a:xfrm>
        </p:spPr>
      </p:pic>
      <p:pic>
        <p:nvPicPr>
          <p:cNvPr id="14" name="Content Placeholder 13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A37E90FF-AF5C-FE3F-EC01-B1A68E42D094}"/>
              </a:ext>
            </a:extLst>
          </p:cNvPr>
          <p:cNvPicPr preferRelativeResize="0">
            <a:picLocks noGrp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2696" y="1703604"/>
            <a:ext cx="3657600" cy="282549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5E1A4E-8D76-654B-4AD4-2D44BE24B6C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72000" tIns="36000" rIns="72000" bIns="36000" rtlCol="0" anchor="t">
            <a:noAutofit/>
          </a:bodyPr>
          <a:lstStyle/>
          <a:p>
            <a:pPr marL="264795" indent="-264795"/>
            <a:endParaRPr lang="en-US" sz="1100" b="1" dirty="0"/>
          </a:p>
          <a:p>
            <a:pPr marL="264795" indent="-264795"/>
            <a:endParaRPr lang="en-US" sz="1100" b="1" dirty="0"/>
          </a:p>
          <a:p>
            <a:pPr marL="0" indent="0">
              <a:buNone/>
            </a:pPr>
            <a:r>
              <a:rPr lang="en-US" sz="1100" b="1" dirty="0"/>
              <a:t>10 UE Vehicular Mobility data:</a:t>
            </a:r>
          </a:p>
          <a:p>
            <a:r>
              <a:rPr lang="en-US" sz="1100" b="1" dirty="0"/>
              <a:t> </a:t>
            </a:r>
            <a:r>
              <a:rPr lang="en-US" sz="1050" dirty="0"/>
              <a:t>Detected </a:t>
            </a:r>
            <a:r>
              <a:rPr lang="en-US" sz="1050" b="1" dirty="0"/>
              <a:t>2 571 / 2 585</a:t>
            </a:r>
            <a:r>
              <a:rPr lang="en-US" sz="1050" dirty="0"/>
              <a:t> handovers → </a:t>
            </a:r>
            <a:r>
              <a:rPr lang="en-US" sz="1050" i="1" dirty="0"/>
              <a:t>99.5 % recall</a:t>
            </a:r>
            <a:endParaRPr lang="en-US" sz="1050" dirty="0"/>
          </a:p>
          <a:p>
            <a:r>
              <a:rPr lang="en-US" sz="1050" b="1" dirty="0"/>
              <a:t>14</a:t>
            </a:r>
            <a:r>
              <a:rPr lang="en-US" sz="1050" dirty="0"/>
              <a:t> missed, </a:t>
            </a:r>
            <a:r>
              <a:rPr lang="en-US" sz="1050" b="1" dirty="0"/>
              <a:t>250</a:t>
            </a:r>
            <a:r>
              <a:rPr lang="en-US" sz="1050" dirty="0"/>
              <a:t> false detections</a:t>
            </a:r>
          </a:p>
          <a:p>
            <a:r>
              <a:rPr lang="en-US" sz="1050" i="1" dirty="0"/>
              <a:t>Excellent handover detection under higher UE load</a:t>
            </a:r>
            <a:endParaRPr lang="en-US" sz="1050" dirty="0"/>
          </a:p>
          <a:p>
            <a:endParaRPr lang="en-US" sz="1100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0C7EA3-D1C4-CBFF-F7A8-7FBB405E94A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81655" y="4675367"/>
            <a:ext cx="5472113" cy="1566381"/>
          </a:xfrm>
        </p:spPr>
        <p:txBody>
          <a:bodyPr vert="horz" lIns="72000" tIns="36000" rIns="72000" bIns="36000" rtlCol="0" anchor="t">
            <a:noAutofit/>
          </a:bodyPr>
          <a:lstStyle/>
          <a:p>
            <a:pPr marL="0" indent="0">
              <a:buNone/>
            </a:pPr>
            <a:r>
              <a:rPr lang="en-US" sz="1100" b="1" dirty="0"/>
              <a:t>Single UE Vehicular Mobility data:</a:t>
            </a:r>
          </a:p>
          <a:p>
            <a:r>
              <a:rPr lang="en-US" sz="1100" b="1" dirty="0"/>
              <a:t> </a:t>
            </a:r>
            <a:r>
              <a:rPr lang="en-US" sz="1050" dirty="0"/>
              <a:t>Detected </a:t>
            </a:r>
            <a:r>
              <a:rPr lang="en-US" sz="1050" b="1" dirty="0"/>
              <a:t>233 / 246</a:t>
            </a:r>
            <a:r>
              <a:rPr lang="en-US" sz="1050" dirty="0"/>
              <a:t> handovers → </a:t>
            </a:r>
            <a:r>
              <a:rPr lang="en-US" sz="1050" i="1" dirty="0"/>
              <a:t>94.7 % recall</a:t>
            </a:r>
            <a:endParaRPr lang="en-US" sz="1050" dirty="0"/>
          </a:p>
          <a:p>
            <a:r>
              <a:rPr lang="en-US" sz="1050" b="1" dirty="0"/>
              <a:t>13</a:t>
            </a:r>
            <a:r>
              <a:rPr lang="en-US" sz="1050" dirty="0"/>
              <a:t> missed, </a:t>
            </a:r>
            <a:r>
              <a:rPr lang="en-US" sz="1050" b="1" dirty="0"/>
              <a:t>78</a:t>
            </a:r>
            <a:r>
              <a:rPr lang="en-US" sz="1050" dirty="0"/>
              <a:t> false detections</a:t>
            </a:r>
          </a:p>
          <a:p>
            <a:r>
              <a:rPr lang="en-US" sz="1050" i="1" dirty="0"/>
              <a:t>Good detection, but slightly lower recall at high speed</a:t>
            </a:r>
            <a:endParaRPr lang="en-US" sz="1050" dirty="0"/>
          </a:p>
          <a:p>
            <a:pPr marL="264795" indent="-264795">
              <a:buFont typeface="Wingdings" panose="05000000000000000000" pitchFamily="2" charset="2"/>
              <a:buChar char="§"/>
            </a:pPr>
            <a:endParaRPr lang="en-US" sz="1100" b="1" dirty="0"/>
          </a:p>
          <a:p>
            <a:pPr marL="264795" indent="-264795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0772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7993C-B364-F6F3-4711-83BC2D71F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889E2-E09E-2A0D-8BD1-2B3C0586A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1192622" cy="1081088"/>
          </a:xfrm>
        </p:spPr>
        <p:txBody>
          <a:bodyPr/>
          <a:lstStyle/>
          <a:p>
            <a:r>
              <a:rPr lang="en-US" sz="3600" dirty="0"/>
              <a:t>Results &amp; discussions – VI</a:t>
            </a:r>
            <a:br>
              <a:rPr lang="en-US" sz="3600" dirty="0"/>
            </a:br>
            <a:r>
              <a:rPr lang="en-US" sz="2000" dirty="0"/>
              <a:t>Handover Detection Results for Pedestrian Mobility Using </a:t>
            </a:r>
            <a:r>
              <a:rPr lang="en-US" sz="2000" dirty="0" err="1"/>
              <a:t>XGBoost</a:t>
            </a:r>
            <a:endParaRPr lang="en-US" sz="2000" dirty="0"/>
          </a:p>
        </p:txBody>
      </p:sp>
      <p:pic>
        <p:nvPicPr>
          <p:cNvPr id="10" name="Content Placeholder 9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31D61BA0-3AD4-109B-DBC6-6A872F39810B}"/>
              </a:ext>
            </a:extLst>
          </p:cNvPr>
          <p:cNvPicPr preferRelativeResize="0">
            <a:picLocks noGrp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193" y="1685054"/>
            <a:ext cx="3657600" cy="2825496"/>
          </a:xfrm>
        </p:spPr>
      </p:pic>
      <p:pic>
        <p:nvPicPr>
          <p:cNvPr id="14" name="Content Placeholder 13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8A493738-9EE9-2EEB-899A-87D7E86B9FF0}"/>
              </a:ext>
            </a:extLst>
          </p:cNvPr>
          <p:cNvPicPr preferRelativeResize="0">
            <a:picLocks noGrp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4255" y="1685054"/>
            <a:ext cx="3657600" cy="282549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82D61E-9D6E-D320-420E-CB678436414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72000" tIns="36000" rIns="72000" bIns="36000" rtlCol="0" anchor="t">
            <a:noAutofit/>
          </a:bodyPr>
          <a:lstStyle/>
          <a:p>
            <a:pPr marL="0" indent="0">
              <a:buNone/>
            </a:pPr>
            <a:endParaRPr lang="en-US" sz="1100" b="1" dirty="0"/>
          </a:p>
          <a:p>
            <a:pPr marL="0" indent="0">
              <a:buNone/>
            </a:pPr>
            <a:endParaRPr lang="en-US" sz="1100" b="1" dirty="0"/>
          </a:p>
          <a:p>
            <a:pPr marL="0" indent="0">
              <a:buNone/>
            </a:pPr>
            <a:r>
              <a:rPr lang="en-US" sz="1100" b="1" dirty="0"/>
              <a:t>10 UE Pedestrian Mobility data:</a:t>
            </a:r>
          </a:p>
          <a:p>
            <a:r>
              <a:rPr lang="en-US" altLang="en-US" sz="1050" dirty="0"/>
              <a:t> </a:t>
            </a:r>
            <a:r>
              <a:rPr lang="en-US" sz="1050" dirty="0"/>
              <a:t>Detected 362 / 455 handovers → 79.5 % recall</a:t>
            </a:r>
          </a:p>
          <a:p>
            <a:r>
              <a:rPr lang="en-US" sz="1050" dirty="0"/>
              <a:t>93 missed, 96 false detections</a:t>
            </a:r>
          </a:p>
          <a:p>
            <a:r>
              <a:rPr lang="en-US" sz="1050" dirty="0"/>
              <a:t>➤ Detection improves with more UEs but remains limited</a:t>
            </a:r>
          </a:p>
          <a:p>
            <a:pPr eaLnBrk="0" hangingPunct="0"/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E92171-D8D9-B3B8-CCF4-A7638E1EFFF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81655" y="4713805"/>
            <a:ext cx="5472113" cy="1527943"/>
          </a:xfrm>
        </p:spPr>
        <p:txBody>
          <a:bodyPr vert="horz" lIns="72000" tIns="36000" rIns="72000" bIns="36000" rtlCol="0" anchor="t">
            <a:noAutofit/>
          </a:bodyPr>
          <a:lstStyle/>
          <a:p>
            <a:pPr marL="0" indent="0">
              <a:buNone/>
            </a:pPr>
            <a:r>
              <a:rPr lang="en-US" sz="1100" b="1" dirty="0"/>
              <a:t>Single UE Pedestrian Mobility data:</a:t>
            </a:r>
          </a:p>
          <a:p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lang="en-US" sz="1050" dirty="0"/>
              <a:t>Detected </a:t>
            </a:r>
            <a:r>
              <a:rPr lang="en-US" sz="1050" b="1" dirty="0"/>
              <a:t>14 / 29</a:t>
            </a:r>
            <a:r>
              <a:rPr lang="en-US" sz="1050" dirty="0"/>
              <a:t> handovers → </a:t>
            </a:r>
            <a:r>
              <a:rPr lang="en-US" sz="1050" i="1" dirty="0"/>
              <a:t>48 % recall</a:t>
            </a:r>
            <a:endParaRPr lang="en-US" sz="1050" dirty="0"/>
          </a:p>
          <a:p>
            <a:r>
              <a:rPr lang="en-US" sz="1050" b="1" dirty="0"/>
              <a:t>15</a:t>
            </a:r>
            <a:r>
              <a:rPr lang="en-US" sz="1050" dirty="0"/>
              <a:t> missed, </a:t>
            </a:r>
            <a:r>
              <a:rPr lang="en-US" sz="1050" b="1" dirty="0"/>
              <a:t>9</a:t>
            </a:r>
            <a:r>
              <a:rPr lang="en-US" sz="1050" dirty="0"/>
              <a:t> false detections</a:t>
            </a:r>
          </a:p>
          <a:p>
            <a:r>
              <a:rPr lang="en-US" sz="1050" i="1" dirty="0"/>
              <a:t>Weak detection; model too conservative in slow mobility</a:t>
            </a:r>
            <a:endParaRPr lang="en-US" sz="1050" dirty="0"/>
          </a:p>
          <a:p>
            <a:pPr eaLnBrk="0" hangingPunct="0"/>
            <a:endParaRPr lang="en-US" sz="1100" b="1" dirty="0"/>
          </a:p>
          <a:p>
            <a:pPr marL="0" indent="0">
              <a:buNone/>
            </a:pPr>
            <a:endParaRPr lang="en-US" sz="1100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909C70-2571-2BE4-A1B3-C241FB68457A}"/>
              </a:ext>
            </a:extLst>
          </p:cNvPr>
          <p:cNvSpPr txBox="1"/>
          <p:nvPr/>
        </p:nvSpPr>
        <p:spPr>
          <a:xfrm>
            <a:off x="3895200" y="6595200"/>
            <a:ext cx="0" cy="0"/>
          </a:xfrm>
          <a:prstGeom prst="rect">
            <a:avLst/>
          </a:prstGeom>
        </p:spPr>
        <p:txBody>
          <a:bodyPr vert="horz" wrap="none" lIns="72000" tIns="36000" rIns="72000" bIns="36000" rtlCol="0" anchor="t"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tabLst/>
            </a:pPr>
            <a:endParaRPr kumimoji="0" lang="en-US" sz="2000" b="0" i="0" u="none" strike="noStrike" kern="1000" cap="none" spc="-3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72915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9C43FFF-62A4-67B8-6BC6-F2649E0EB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analysis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1B7FD25-072D-4CDA-7492-BFE9BD203D8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Random Forest</a:t>
            </a:r>
            <a:r>
              <a:rPr lang="en-US" dirty="0"/>
              <a:t> achieved the </a:t>
            </a:r>
            <a:r>
              <a:rPr lang="en-US" b="1" dirty="0"/>
              <a:t>highest detection accuracy</a:t>
            </a:r>
            <a:r>
              <a:rPr lang="en-US" dirty="0"/>
              <a:t>, reaching </a:t>
            </a:r>
            <a:r>
              <a:rPr lang="en-US" b="1" dirty="0"/>
              <a:t>99–100 % recall</a:t>
            </a:r>
            <a:r>
              <a:rPr lang="en-US" dirty="0"/>
              <a:t> in most scenarios.</a:t>
            </a:r>
            <a:br>
              <a:rPr lang="en-US" dirty="0"/>
            </a:br>
            <a:r>
              <a:rPr lang="en-US" dirty="0"/>
              <a:t>→ It consistently detected almost all handovers with very few misses.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XGBoost</a:t>
            </a:r>
            <a:r>
              <a:rPr lang="en-US" dirty="0"/>
              <a:t> showed strong results in </a:t>
            </a:r>
            <a:r>
              <a:rPr lang="en-US" b="1" dirty="0"/>
              <a:t>vehicular scenarios</a:t>
            </a:r>
            <a:r>
              <a:rPr lang="en-US" dirty="0"/>
              <a:t> (up to </a:t>
            </a:r>
            <a:r>
              <a:rPr lang="en-US" b="1" dirty="0"/>
              <a:t>99.5 % recall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→ but struggled in </a:t>
            </a:r>
            <a:r>
              <a:rPr lang="en-US" b="1" dirty="0"/>
              <a:t>pedestrian cases</a:t>
            </a:r>
            <a:r>
              <a:rPr lang="en-US" dirty="0"/>
              <a:t>, where recall dropped to </a:t>
            </a:r>
            <a:r>
              <a:rPr lang="en-US" b="1" dirty="0"/>
              <a:t>48 %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Pedestrian scenarios</a:t>
            </a:r>
            <a:r>
              <a:rPr lang="en-US" dirty="0"/>
              <a:t> introduced more </a:t>
            </a:r>
            <a:r>
              <a:rPr lang="en-US" b="1" dirty="0"/>
              <a:t>false detections</a:t>
            </a:r>
            <a:r>
              <a:rPr lang="en-US" dirty="0"/>
              <a:t> due to slower signal variations,</a:t>
            </a:r>
            <a:br>
              <a:rPr lang="en-US" dirty="0"/>
            </a:br>
            <a:r>
              <a:rPr lang="en-US" dirty="0"/>
              <a:t>→ indicating the model is more sensitive to mobility speed.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Detection improves with higher UE load</a:t>
            </a:r>
            <a:r>
              <a:rPr lang="en-US" dirty="0"/>
              <a:t> (10 UE &gt; 1 UE)</a:t>
            </a:r>
            <a:br>
              <a:rPr lang="en-US" dirty="0"/>
            </a:br>
            <a:r>
              <a:rPr lang="en-US" dirty="0"/>
              <a:t>→ because more data samples make mobility patterns easier to learn.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Overall, </a:t>
            </a:r>
            <a:r>
              <a:rPr lang="en-US" b="1" dirty="0"/>
              <a:t>Random Forest outperformed </a:t>
            </a:r>
            <a:r>
              <a:rPr lang="en-US" b="1" dirty="0" err="1"/>
              <a:t>XGBoost</a:t>
            </a:r>
            <a:r>
              <a:rPr lang="en-US" dirty="0"/>
              <a:t> in stability, precision, and recall,</a:t>
            </a:r>
            <a:br>
              <a:rPr lang="en-US" dirty="0"/>
            </a:br>
            <a:r>
              <a:rPr lang="en-US" dirty="0"/>
              <a:t>→ confirming it is the </a:t>
            </a:r>
            <a:r>
              <a:rPr lang="en-US" b="1" dirty="0"/>
              <a:t>most reliable model for handover detection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8887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A8C9D-1AF3-3719-8067-AEBE9EA15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rmAutofit/>
          </a:bodyPr>
          <a:lstStyle/>
          <a:p>
            <a:r>
              <a:rPr lang="en-US" dirty="0"/>
              <a:t>Conclusion</a:t>
            </a:r>
            <a:endParaRPr lang="en-S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D0A260D-DD61-1DB9-D890-C71FF35E1A4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lIns="72000" tIns="36000" rIns="72000" bIns="36000" rtlCol="0" anchor="t">
            <a:noAutofit/>
          </a:bodyPr>
          <a:lstStyle/>
          <a:p>
            <a:r>
              <a:rPr lang="en-US" dirty="0"/>
              <a:t>ML models were </a:t>
            </a:r>
            <a:r>
              <a:rPr lang="en-US" b="1" dirty="0"/>
              <a:t>trained and evaluated using simulation data</a:t>
            </a:r>
            <a:r>
              <a:rPr lang="en-US" dirty="0"/>
              <a:t>.</a:t>
            </a:r>
          </a:p>
          <a:p>
            <a:r>
              <a:rPr lang="en-US" dirty="0"/>
              <a:t>Both </a:t>
            </a:r>
            <a:r>
              <a:rPr lang="en-US" b="1" dirty="0"/>
              <a:t>Random Forest</a:t>
            </a:r>
            <a:r>
              <a:rPr lang="en-US" dirty="0"/>
              <a:t> and </a:t>
            </a:r>
            <a:r>
              <a:rPr lang="en-US" b="1" dirty="0" err="1"/>
              <a:t>XGBoost</a:t>
            </a:r>
            <a:r>
              <a:rPr lang="en-US" dirty="0"/>
              <a:t> effectively detect L3 handovers.</a:t>
            </a:r>
          </a:p>
          <a:p>
            <a:r>
              <a:rPr lang="en-US" b="1" dirty="0"/>
              <a:t>Random Forest</a:t>
            </a:r>
            <a:r>
              <a:rPr lang="en-US" dirty="0"/>
              <a:t> achieved the best balance between </a:t>
            </a:r>
            <a:r>
              <a:rPr lang="en-US" b="1" dirty="0"/>
              <a:t>accuracy and recall</a:t>
            </a:r>
            <a:r>
              <a:rPr lang="en-US" dirty="0"/>
              <a:t>.</a:t>
            </a:r>
          </a:p>
          <a:p>
            <a:r>
              <a:rPr lang="en-US" dirty="0"/>
              <a:t>The study confirms that </a:t>
            </a:r>
            <a:r>
              <a:rPr lang="en-US" b="1" dirty="0"/>
              <a:t>AI/ML methods can enhance handover decision-making</a:t>
            </a:r>
            <a:r>
              <a:rPr lang="en-US" dirty="0"/>
              <a:t> using realistic network data.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0808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BF12A-8D6D-3458-8685-2008AD468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F3CDC-941A-0F31-9204-7D8249D6959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Investigate </a:t>
            </a:r>
            <a:r>
              <a:rPr lang="en-US" b="1" dirty="0"/>
              <a:t>additional ML models</a:t>
            </a:r>
            <a:r>
              <a:rPr lang="en-US" dirty="0"/>
              <a:t> for comparison.</a:t>
            </a:r>
          </a:p>
          <a:p>
            <a:r>
              <a:rPr lang="en-US" dirty="0"/>
              <a:t>Extend evaluation to </a:t>
            </a:r>
            <a:r>
              <a:rPr lang="en-US" b="1" dirty="0"/>
              <a:t>new mobility scenarios</a:t>
            </a:r>
            <a:r>
              <a:rPr lang="en-US" dirty="0"/>
              <a:t> and </a:t>
            </a:r>
            <a:r>
              <a:rPr lang="en-US" b="1" dirty="0"/>
              <a:t>different network configurations</a:t>
            </a:r>
            <a:r>
              <a:rPr lang="en-US" dirty="0"/>
              <a:t>.</a:t>
            </a:r>
          </a:p>
          <a:p>
            <a:r>
              <a:rPr lang="en-US" dirty="0"/>
              <a:t>Apply the approach to </a:t>
            </a:r>
            <a:r>
              <a:rPr lang="en-US" b="1" dirty="0"/>
              <a:t>5G or multi-cell environments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157769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6FF69E04-8523-4965-90ED-73D4F9BAE2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endParaRPr lang="en-US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383928708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Ericsson Hilda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Ericsson Hilda"/>
        <a:font script="Hebr" typeface="Ericsson Hilda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Ericsson Hilda"/>
        <a:font script="Uigh" typeface="Microsoft Uighur"/>
        <a:font script="Geor" typeface="Sylfaen"/>
        <a:font script="Armn" typeface="Ericsson Hilda Light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Ericsson Hilda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Ericsson Hilda Light"/>
        <a:font script="Hebr" typeface="Ericsson Hilda 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Ericsson Hilda Light"/>
        <a:font script="Uigh" typeface="Microsoft Uighur"/>
        <a:font script="Geor" typeface="Sylfaen"/>
        <a:font script="Armn" typeface="Ericsson Hilda Light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blue ">
      <a:srgbClr val="000082"/>
    </a:custClr>
    <a:custClr name="Blue">
      <a:srgbClr val="1174E6"/>
    </a:custClr>
    <a:custClr name="Light blue">
      <a:srgbClr val="D6E2F5"/>
    </a:custClr>
    <a:custClr name="Dark purple">
      <a:srgbClr val="2D2049"/>
    </a:custClr>
    <a:custClr name="Purple">
      <a:srgbClr val="976CF4"/>
    </a:custClr>
    <a:custClr name="Light purple">
      <a:srgbClr val="E0D3FC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Dark teal">
      <a:srgbClr val="0B2D2E"/>
    </a:custClr>
    <a:custClr name="Teal">
      <a:srgbClr val="23969A"/>
    </a:custClr>
    <a:custClr name="Light teal">
      <a:srgbClr val="BDE0E1"/>
    </a:custClr>
    <a:custClr name="Dark coral">
      <a:srgbClr val="3C2121"/>
    </a:custClr>
    <a:custClr name="Coral">
      <a:srgbClr val="E65D6A"/>
    </a:custClr>
    <a:custClr name="Light coral">
      <a:srgbClr val="EFD4D3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Red">
      <a:srgbClr val="C52A32"/>
    </a:custClr>
    <a:custClr name="Orange">
      <a:srgbClr val="E66E19"/>
    </a:custClr>
    <a:custClr name="Yellow">
      <a:srgbClr val="FAD22D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Black">
      <a:srgbClr val="000000"/>
    </a:custClr>
    <a:custClr name="Grey 1">
      <a:srgbClr val="242424"/>
    </a:custClr>
    <a:custClr name="Grey 2">
      <a:srgbClr val="767676"/>
    </a:custClr>
    <a:custClr name="Grey 3">
      <a:srgbClr val="A0A0A0"/>
    </a:custClr>
    <a:custClr name="Grey 4">
      <a:srgbClr val="E0E0E0"/>
    </a:custClr>
    <a:custClr name="Grey 5">
      <a:srgbClr val="F2F2F2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Ericsson Hilda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Ericsson Hilda"/>
        <a:font script="Hebr" typeface="Ericsson Hilda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Ericsson Hilda"/>
        <a:font script="Uigh" typeface="Microsoft Uighur"/>
        <a:font script="Geor" typeface="Sylfaen"/>
        <a:font script="Armn" typeface="Ericsson Hilda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Ericsson Hilda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Ericsson Hilda"/>
        <a:font script="Hebr" typeface="Ericsson Hild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Ericsson Hilda"/>
        <a:font script="Uigh" typeface="Microsoft Uighur"/>
        <a:font script="Geor" typeface="Sylfaen"/>
        <a:font script="Armn" typeface="Ericsson Hilda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blue ">
      <a:srgbClr val="000082"/>
    </a:custClr>
    <a:custClr name="Blue">
      <a:srgbClr val="1174E6"/>
    </a:custClr>
    <a:custClr name="Light blue">
      <a:srgbClr val="D6E2F5"/>
    </a:custClr>
    <a:custClr name="Dark purple">
      <a:srgbClr val="2D2049"/>
    </a:custClr>
    <a:custClr name="Purple">
      <a:srgbClr val="976CF4"/>
    </a:custClr>
    <a:custClr name="Light purple">
      <a:srgbClr val="E0D3FC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Dark teal">
      <a:srgbClr val="0B2D2E"/>
    </a:custClr>
    <a:custClr name="Teal">
      <a:srgbClr val="23969A"/>
    </a:custClr>
    <a:custClr name="Light teal">
      <a:srgbClr val="BDE0E1"/>
    </a:custClr>
    <a:custClr name="Dark coral">
      <a:srgbClr val="3C2121"/>
    </a:custClr>
    <a:custClr name="Coral">
      <a:srgbClr val="E65D6A"/>
    </a:custClr>
    <a:custClr name="Light coral">
      <a:srgbClr val="EFD4D3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Red">
      <a:srgbClr val="C52A32"/>
    </a:custClr>
    <a:custClr name="Orange">
      <a:srgbClr val="E66E19"/>
    </a:custClr>
    <a:custClr name="Yellow">
      <a:srgbClr val="FAD22D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Black">
      <a:srgbClr val="000000"/>
    </a:custClr>
    <a:custClr name="Grey 1">
      <a:srgbClr val="242424"/>
    </a:custClr>
    <a:custClr name="Grey 2">
      <a:srgbClr val="767676"/>
    </a:custClr>
    <a:custClr name="Grey 3">
      <a:srgbClr val="A0A0A0"/>
    </a:custClr>
    <a:custClr name="Grey 4">
      <a:srgbClr val="E0E0E0"/>
    </a:custClr>
    <a:custClr name="Grey 5">
      <a:srgbClr val="F2F2F2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1953465-6686-6441-B9C9-A20D549B8BF1}">
  <we:reference id="wa200008583" version="1.0.0.1" store="en-US" storeType="OMEX"/>
  <we:alternateReferences>
    <we:reference id="wa200008583" version="1.0.0.1" store="wa200008583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b775076-5c04-40e0-9a4d-fd3e2648dcb2">
      <Terms xmlns="http://schemas.microsoft.com/office/infopath/2007/PartnerControls"/>
    </lcf76f155ced4ddcb4097134ff3c332f>
    <TaxCatchAll xmlns="fa0aa013-70cc-4caf-a624-3c5587bb5d7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TemplafySlideTemplateConfiguration><![CDATA[{"documentContentValidatorConfiguration":{"enableDocumentContentValidator":false,"documentContentValidatorVersion":0},"elementsMetadata":[],"slideId":"638780731662526815","enableDocumentContentUpdater":true,"version":"1.9"}]]></TemplafySlideTemplateConfiguration>
</file>

<file path=customXml/item4.xml><?xml version="1.0" encoding="utf-8"?>
<TemplafyTemplateConfiguration><![CDATA[{"elementsMetadata":[],"transformationConfigurations":[{"language":"{{DocumentLanguage}}","disableUpdates":false,"type":"proofingLanguage"},{"propertyName":"FooterText","propertyValue":"true","disableUpdates":false,"type":"customDocumentProperty"},{"propertyName":"SecurityClass","propertyValue":"{{Form.ConfidentialityClass.Confidentiality}}","disableUpdates":false,"type":"customDocumentProperty"},{"propertyName":"ExtConf","propertyValue":"{{Form.ExternalConfidentialityLabel.ExternalConfidentiality}}","disableUpdates":false,"type":"customDocumentProperty"},{"propertyName":"Prepared","propertyValue":"{{Form.Prepared}}","disableUpdates":false,"type":"customDocumentProperty"},{"propertyName":"ApprovedBy","propertyValue":"{{Form.ApprovedBy}}","disableUpdates":false,"type":"customDocumentProperty"},{"propertyName":"DocNo","propertyValue":"{{Form.DocumentNumber}} {{Form.LanguageCode.LanguageCode}}","disableUpdates":false,"type":"customDocumentProperty"},{"propertyName":"Checked","propertyValue":"{{Form.Checked}}","disableUpdates":false,"type":"customDocumentProperty"},{"propertyName":"Date","propertyValue":"{{Form.Date}}","disableUpdates":false,"type":"customDocumentProperty"},{"propertyName":"Reference","propertyValue":"{{Form.Reference}}","disableUpdates":false,"type":"customDocumentProperty"},{"propertyName":"Title","propertyValue":"{{Form.DocumentTitle}}","disableUpdates":false,"type":"customDocumentProperty"},{"propertyName":"Keyword","propertyValue":"{{Form.Keywords}}","disableUpdates":false,"type":"customDocumentProperty"},{"propertyName":"DocumentType","propertyValue":"Presentation2011","disableUpdates":false,"type":"customDocumentProperty"},{"propertyName":"Language","propertyValue":"EnglishUS","disableUpdates":false,"type":"customDocumentProperty"},{"propertyName":"TemplateID","propertyValue":"FALSE","disableUpdates":false,"type":"customDocumentProperty"},{"propertyName":"ConfCtrl","propertyValue":"FALSE","disableUpdates":false,"type":"customDocumentProperty"},{"propertyName":"title","propertyValue":"{{Form.DocumentTitle}}","disableUpdates":false,"type":"documentProperty"},{"propertyName":"keywords","propertyValue":"{{Form.Keywords}}","disableUpdates":false,"type":"documentProperty"},{"propertyName":"creator","propertyValue":"{{Form.Prepared}}","disableUpdates":false,"type":"documentProperty"},{"propertyName":"DocTitle","propertyValue":"{{Form.DocTitle.DocTitle}}","disableUpdates":false,"type":"customDocumentProperty"},{"propertyName":"IsDocument","propertyValue":"{{Form.TemplateType.IsDocument}}","disableUpdates":false,"type":"customDocumentProperty"},{"propertyName":"IsPresentation","propertyValue":"{{Form.TemplateType.IsPresentation}}","disableUpdates":false,"type":"customDocumentProperty"},{"propertyName":"company","propertyValue":"Ericsson","disableUpdates":false,"type":"documentProperty"},{"propertyName":"PageNumberVisible","propertyValue":"{{Form.TotalPageNo.TotalPageNo_value}}","disableUpdates":false,"type":"customDocumentProperty"},{"propertyName":"Revision","propertyValue":"{{Form.Revision}}","disableUpdates":false,"type":"customDocumentProperty"},{"propertyName":"DocType","propertyValue":"{{Form.DocTypePresentation}}","disableUpdates":false,"type":"customDocumentProperty"},{"propertyName":"TemplateVersion","propertyValue":"R2A","disableUpdates":false,"type":"customDocumentProperty"},{"propertyName":"PackageNo","propertyValue":"LXA 119 603","disableUpdates":false,"type":"customDocumentProperty"},{"propertyName":"PackageVersion","propertyValue":"R6B","disableUpdates":false,"type":"customDocumentProperty"},{"propertyName":"TemplateName","propertyValue":"CXC 173 2731/1","disableUpdates":false,"type":"customDocumentProperty"},{"propertyName":"DocName","propertyValue":" ","disableUpdates":false,"type":"customDocumentProperty"},{"propertyName":"description","propertyValue":"{{Form.DocumentNumber}} {{Form.LanguageCode.LanguageCode}}\nRev {{Form.Revision}}","disableUpdates":false,"type":"documentProperty"},{"propertyName":"DocNoVisible","propertyValue":"{{Form.DocNo.ShowDocNo}}","disableUpdates":false,"type":"customDocumentProperty"}],"templateName":"","templateDescription":"","enableDocumentContentUpdater":true,"version":"1.9"}]]></TemplafyTemplateConfiguration>
</file>

<file path=customXml/item5.xml><?xml version="1.0" encoding="utf-8"?>
<TemplafyFormConfiguration><![CDATA[{"formFields":[{"required":true,"placeholder":"","lines":0,"helpTexts":{"prefix":"","postfix":""},"spacing":{},"type":"textBox","name":"DocumentTitle","label":"Document Title","fullyQualifiedName":"DocumentTitle"},{"dataSource":"Confidentiality","displayColumn":"confidentiality","hideIfNoUserInteractionRequired":false,"distinct":true,"required":true,"autoSelectFirstOption":false,"helpTexts":{"prefix":"","postfix":""},"spacing":{},"type":"dropDown","name":"ConfidentialityClass","label":"Confidentiality Class","fullyQualifiedName":"ConfidentialityClass"},{"dataSource":"External Confidentiality label","displayColumn":"externalConfidentiality","hideIfNoUserInteractionRequired":false,"distinct":true,"required":false,"autoSelectFirstOption":false,"helpTexts":{"prefix":"","postfix":"(If no external confidentiality class then please choose the blank value)"},"spacing":{},"type":"dropDown","name":"ExternalConfidentialityLabel","label":"External Confidentiality label","fullyQualifiedName":"ExternalConfidentialityLabel"},{"column":"documentType","required":false,"placeholder":"","autoSelectFirstOption":false,"helpTexts":{"prefix":"","postfix":""},"spacing":{},"dataSource":"PowerPoint Document Type","type":"comboBox","name":"DocTypePresentation","label":"Document Type","fullyQualifiedName":"DocTypePresentation"},{"required":false,"placeholder":"","lines":0,"helpTexts":{"prefix":"","postfix":"(Commonly assigned by EriDoc)"},"spacing":{},"type":"textBox","name":"DocumentNumber","label":"Document Number","fullyQualifiedName":"DocumentNumber"},{"dataSource":"Language code","displayColumn":"showName","defaultValue":"1","hideIfNoUserInteractionRequired":false,"distinct":true,"required":false,"autoSelectFirstOption":false,"helpTexts":{"prefix":"","postfix":"(The language code will be appended to the Document No.)"},"spacing":{},"type":"dropDown","name":"LanguageCode","label":"Language Code","fullyQualifiedName":"LanguageCode"},{"column":"revision","required":false,"placeholder":"","autoSelectFirstOption":false,"helpTexts":{"prefix":"","postfix":""},"spacing":{},"dataSource":"Revision","type":"comboBox","name":"Revision","label":"Revision","fullyQualifiedName":"Revision"},{"required":false,"helpTexts":{"prefix":"","postfix":""},"spacing":{},"type":"datePicker","name":"Date","label":"Date","fullyQualifiedName":"Date"},{"helpTexts":{"prefix":"","postfix":""},"spacing":{},"type":"heading","name":"FooterVisibilityOptions","label":"Footer Visibility Options","fullyQualifiedName":"FooterVisibilityOptions"},{"dataSource":"PPT FooterVisibility","displayColumn":"templateType","defaultValue":"1","hideIfNoUserInteractionRequired":false,"distinct":true,"required":true,"autoSelectFirstOption":false,"helpTexts":{"prefix":"","postfix":""},"spacing":{},"type":"dropDown","name":"TemplateType","label":"Is this a document or presentation?","fullyQualifiedName":"TemplateType"},{"dataSource":"PPT FooterVisibility","displayColumn":"docTitle_label","filter":{"column":"templateType","otherFieldName":"TemplateType","fullyQualifiedOtherFieldName":"TemplateType","otherFieldColumn":"TemplateType","formReference":"none","operator":"equals"},"hideIfNoUserInteractionRequired":false,"distinct":true,"required":false,"autoSelectFirstOption":true,"helpTexts":{"prefix":"","postfix":""},"spacing":{},"type":"dropDown","name":"DocTitle","label":"Show document title in footer?","fullyQualifiedName":"DocTitle"},{"dataSource":"PPT FooterVisibility","displayColumn":"totalPageNo_text","filter":{"column":"templateType","otherFieldName":"TemplateType","fullyQualifiedOtherFieldName":"TemplateType","otherFieldColumn":"TemplateType","formReference":"none","operator":"equals"},"hideIfNoUserInteractionRequired":false,"distinct":true,"required":false,"autoSelectFirstOption":true,"helpTexts":{"prefix":"","postfix":""},"spacing":{},"type":"dropDown","name":"TotalPageNo","label":"Page numbering","fullyQualifiedName":"TotalPageNo"},{"dataSource":"PPT FooterVisibility","displayColumn":"showDocNo_label","filter":{"column":"templateType","otherFieldName":"TemplateType","fullyQualifiedOtherFieldName":"TemplateType","otherFieldColumn":"TemplateType","formReference":"none","operator":"equals"},"hideIfNoUserInteractionRequired":false,"distinct":true,"required":false,"autoSelectFirstOption":true,"helpTexts":{"prefix":"","postfix":""},"spacing":{},"type":"dropDown","name":"DocNo","label":"Show document number in footer?","fullyQualifiedName":"DocNo"},{"required":false,"placeholder":"","lines":0,"defaultValue":"{{UserProfile.Prepared}}","helpTexts":{"prefix":"","postfix":""},"spacing":{},"type":"textBox","name":"Prepared","label":"Prepared By (Subject Responsible)","fullyQualifiedName":"Prepared"},{"required":false,"placeholder":"","lines":0,"helpTexts":{"prefix":"","postfix":""},"spacing":{},"type":"textBox","name":"ApprovedBy","label":"Approved By (Document Responsible)","fullyQualifiedName":"ApprovedBy"},{"required":false,"placeholder":"","lines":0,"helpTexts":{"prefix":"","postfix":""},"spacing":{},"type":"textBox","name":"Checked","label":"Checked","fullyQualifiedName":"Checked"},{"required":false,"placeholder":"","lines":0,"helpTexts":{"prefix":"","postfix":"(Overwritten with EriDoc values at check-in)"},"spacing":{},"type":"textBox","name":"Reference","label":"Reference","fullyQualifiedName":"Reference"},{"required":false,"placeholder":"","lines":0,"helpTexts":{"prefix":"","postfix":""},"spacing":{},"type":"textBox","name":"Keywords","label":"Keywords","fullyQualifiedName":"Keywords"}],"formDataEntries":[{"name":"DocumentTitle","value":"fFa6NlJBcEfdleQOId08/B32KPKQGOQ57LMN/960XK0="},{"name":"ConfidentialityClass","value":"5wlu7ZdPxHQj1W0w+yTNSg=="},{"name":"LanguageCode","value":"5wlu7ZdPxHQj1W0w+yTNSg=="},{"name":"Date","value":"NwLfl2tfLFBmKjM88jBMeg=="},{"name":"TemplateType","value":"5wlu7ZdPxHQj1W0w+yTNSg=="},{"name":"DocTitle","value":"5wlu7ZdPxHQj1W0w+yTNSg=="},{"name":"TotalPageNo","value":"5wlu7ZdPxHQj1W0w+yTNSg=="},{"name":"DocNo","value":"5wlu7ZdPxHQj1W0w+yTNSg=="},{"name":"Prepared","value":"6K9jhS507iOksFGtyCGUrat45Z9YsMx5g5ytSgGvrlA="}]}]]></TemplafyFormConfiguration>
</file>

<file path=customXml/item6.xml><?xml version="1.0" encoding="utf-8"?>
<TemplafySlideTemplateConfiguration><![CDATA[{"elementsMetadata":[],"documentContentValidatorConfiguration":{"enableDocumentContentValidator":false,"documentContentValidatorVersion":0},"slideId":"637027476704980324","enableDocumentContentUpdater":true,"version":"1.9"}]]></TemplafySlideTemplateConfiguration>
</file>

<file path=customXml/item7.xml><?xml version="1.0" encoding="utf-8"?>
<TemplafySlideFormConfiguration><![CDATA[{"formFields":[],"formDataEntries":[]}]]></TemplafySlideFormConfiguration>
</file>

<file path=customXml/item8.xml><?xml version="1.0" encoding="utf-8"?>
<TemplafySlideFormConfiguration><![CDATA[{"formFields":[],"formDataEntries":[]}]]></TemplafySlideFormConfiguration>
</file>

<file path=customXml/item9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9724136FC6E80489C25817DFB9B13B2" ma:contentTypeVersion="14" ma:contentTypeDescription="Create a new document." ma:contentTypeScope="" ma:versionID="e66cf0f8385e96f836ed26f8a1caa331">
  <xsd:schema xmlns:xsd="http://www.w3.org/2001/XMLSchema" xmlns:xs="http://www.w3.org/2001/XMLSchema" xmlns:p="http://schemas.microsoft.com/office/2006/metadata/properties" xmlns:ns2="2b775076-5c04-40e0-9a4d-fd3e2648dcb2" xmlns:ns3="fa0aa013-70cc-4caf-a624-3c5587bb5d7c" targetNamespace="http://schemas.microsoft.com/office/2006/metadata/properties" ma:root="true" ma:fieldsID="787539f2d9b74e641d8fb6aaadbacefb" ns2:_="" ns3:_="">
    <xsd:import namespace="2b775076-5c04-40e0-9a4d-fd3e2648dcb2"/>
    <xsd:import namespace="fa0aa013-70cc-4caf-a624-3c5587bb5d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775076-5c04-40e0-9a4d-fd3e2648dc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3d31b72-c4b9-4223-ac69-1d9539891dc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0aa013-70cc-4caf-a624-3c5587bb5d7c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7723fa57-0340-4cbe-ad52-85005742830f}" ma:internalName="TaxCatchAll" ma:showField="CatchAllData" ma:web="fa0aa013-70cc-4caf-a624-3c5587bb5d7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10.xml><?xml version="1.0" encoding="utf-8"?>
<TemplafySlideTemplateConfiguration><![CDATA[{"documentContentValidatorConfiguration":{"enableDocumentContentValidator":false,"documentContentValidatorVersion":0},"elementsMetadata":[],"slideId":"638780731662214300","enableDocumentContentUpdater":true,"version":"1.9"}]]></TemplafySlideTemplateConfiguration>
</file>

<file path=customXml/item11.xml><?xml version="1.0" encoding="utf-8"?>
<TemplafySlideFormConfiguration><![CDATA[{"formFields":[],"formDataEntries":[]}]]></TemplafySlideFormConfiguration>
</file>

<file path=customXml/item12.xml><?xml version="1.0" encoding="utf-8"?>
<TemplafySlideTemplateConfiguration><![CDATA[{"documentContentValidatorConfiguration":{"enableDocumentContentValidator":false,"documentContentValidatorVersion":0},"elementsMetadata":[],"slideId":"638780731662214300","enableDocumentContentUpdater":true,"version":"1.9"}]]></TemplafySlideTemplateConfiguration>
</file>

<file path=customXml/item13.xml><?xml version="1.0" encoding="utf-8"?>
<TemplafySlideFormConfiguration><![CDATA[{"formFields":[],"formDataEntries":[]}]]></TemplafySlideFormConfiguration>
</file>

<file path=customXml/item14.xml><?xml version="1.0" encoding="utf-8"?>
<TemplafySlideTemplateConfiguration><![CDATA[{"documentContentValidatorConfiguration":{"enableDocumentContentValidator":false,"documentContentValidatorVersion":0},"elementsMetadata":[],"slideId":"638780731662214300","enableDocumentContentUpdater":true,"version":"1.9"}]]></TemplafySlideTemplateConfiguration>
</file>

<file path=customXml/item15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56F2EE69-0CCA-4F48-BE22-EC4A886C57A7}">
  <ds:schemaRefs>
    <ds:schemaRef ds:uri="2b775076-5c04-40e0-9a4d-fd3e2648dcb2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terms/"/>
    <ds:schemaRef ds:uri="http://www.w3.org/XML/1998/namespace"/>
    <ds:schemaRef ds:uri="http://schemas.microsoft.com/office/infopath/2007/PartnerControls"/>
    <ds:schemaRef ds:uri="fa0aa013-70cc-4caf-a624-3c5587bb5d7c"/>
  </ds:schemaRefs>
</ds:datastoreItem>
</file>

<file path=customXml/itemProps2.xml><?xml version="1.0" encoding="utf-8"?>
<ds:datastoreItem xmlns:ds="http://schemas.openxmlformats.org/officeDocument/2006/customXml" ds:itemID="{F5A7E41D-6E7F-4B05-AFAB-F540BD4C068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CC454B6-62E5-4368-B609-E66A1A42EB4B}">
  <ds:schemaRefs/>
</ds:datastoreItem>
</file>

<file path=customXml/itemProps4.xml><?xml version="1.0" encoding="utf-8"?>
<ds:datastoreItem xmlns:ds="http://schemas.openxmlformats.org/officeDocument/2006/customXml" ds:itemID="{07958A4E-FAB1-42E4-B6B5-29B01F63F87B}">
  <ds:schemaRefs/>
</ds:datastoreItem>
</file>

<file path=customXml/itemProps5.xml><?xml version="1.0" encoding="utf-8"?>
<ds:datastoreItem xmlns:ds="http://schemas.openxmlformats.org/officeDocument/2006/customXml" ds:itemID="{D92C3DF5-A179-4E2D-BD20-07044B39171F}">
  <ds:schemaRefs/>
</ds:datastoreItem>
</file>

<file path=customXml/itemProps6.xml><?xml version="1.0" encoding="utf-8"?>
<ds:datastoreItem xmlns:ds="http://schemas.openxmlformats.org/officeDocument/2006/customXml" ds:itemID="{C09F197C-6A49-47D0-B877-F88807989676}">
  <ds:schemaRefs/>
</ds:datastoreItem>
</file>

<file path=customXml/itemProps7.xml><?xml version="1.0" encoding="utf-8"?>
<ds:datastoreItem xmlns:ds="http://schemas.openxmlformats.org/officeDocument/2006/customXml" ds:itemID="{F9A50986-7A03-4441-9032-43061930883D}">
  <ds:schemaRefs/>
</ds:datastoreItem>
</file>

<file path=customXml/itemProps8.xml><?xml version="1.0" encoding="utf-8"?>
<ds:datastoreItem xmlns:ds="http://schemas.openxmlformats.org/officeDocument/2006/customXml" ds:itemID="{B9AEDDE3-EA02-4A8F-B8F8-0606A0AA45FC}">
  <ds:schemaRefs/>
</ds:datastoreItem>
</file>

<file path=customXml/itemProps9.xml><?xml version="1.0" encoding="utf-8"?>
<ds:datastoreItem xmlns:ds="http://schemas.openxmlformats.org/officeDocument/2006/customXml" ds:itemID="{8DDD6F10-17E8-4D95-BD49-9660703B98DB}">
  <ds:schemaRefs>
    <ds:schemaRef ds:uri="2b775076-5c04-40e0-9a4d-fd3e2648dcb2"/>
    <ds:schemaRef ds:uri="fa0aa013-70cc-4caf-a624-3c5587bb5d7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10.xml><?xml version="1.0" encoding="utf-8"?>
<ds:datastoreItem xmlns:ds="http://schemas.openxmlformats.org/officeDocument/2006/customXml" ds:itemID="{74A76B41-A030-A14B-8BBF-E910011BC6D4}">
  <ds:schemaRefs/>
</ds:datastoreItem>
</file>

<file path=customXml/itemProps11.xml><?xml version="1.0" encoding="utf-8"?>
<ds:datastoreItem xmlns:ds="http://schemas.openxmlformats.org/officeDocument/2006/customXml" ds:itemID="{4C60A39D-D811-7340-84DC-BAC79D5AD431}">
  <ds:schemaRefs/>
</ds:datastoreItem>
</file>

<file path=customXml/itemProps12.xml><?xml version="1.0" encoding="utf-8"?>
<ds:datastoreItem xmlns:ds="http://schemas.openxmlformats.org/officeDocument/2006/customXml" ds:itemID="{B5C07B53-A546-2A4D-A578-603ABDCBB6D5}">
  <ds:schemaRefs/>
</ds:datastoreItem>
</file>

<file path=customXml/itemProps13.xml><?xml version="1.0" encoding="utf-8"?>
<ds:datastoreItem xmlns:ds="http://schemas.openxmlformats.org/officeDocument/2006/customXml" ds:itemID="{44505E85-C25B-C04B-9407-0D8424BDC387}">
  <ds:schemaRefs/>
</ds:datastoreItem>
</file>

<file path=customXml/itemProps14.xml><?xml version="1.0" encoding="utf-8"?>
<ds:datastoreItem xmlns:ds="http://schemas.openxmlformats.org/officeDocument/2006/customXml" ds:itemID="{2690A833-CBB3-9843-97F3-E02CFF7F2B70}">
  <ds:schemaRefs/>
</ds:datastoreItem>
</file>

<file path=customXml/itemProps15.xml><?xml version="1.0" encoding="utf-8"?>
<ds:datastoreItem xmlns:ds="http://schemas.openxmlformats.org/officeDocument/2006/customXml" ds:itemID="{3A773F0A-971B-9D49-983F-E4D34C29CF27}">
  <ds:schemaRefs/>
</ds:datastoreItem>
</file>

<file path=docMetadata/LabelInfo.xml><?xml version="1.0" encoding="utf-8"?>
<clbl:labelList xmlns:clbl="http://schemas.microsoft.com/office/2020/mipLabelMetadata">
  <clbl:label id="{92e84ceb-fbfd-47ab-be52-080c6b87953f}" enabled="0" method="" siteId="{92e84ceb-fbfd-47ab-be52-080c6b87953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47359</TotalTime>
  <Words>1137</Words>
  <Application>Microsoft Macintosh PowerPoint</Application>
  <PresentationFormat>Widescreen</PresentationFormat>
  <Paragraphs>180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Ericsson Hilda Light</vt:lpstr>
      <vt:lpstr>Ericsson Hilda ExtraBold</vt:lpstr>
      <vt:lpstr>Ericsson Hilda ExtraLight</vt:lpstr>
      <vt:lpstr>Tw Cen MT</vt:lpstr>
      <vt:lpstr>Wingdings</vt:lpstr>
      <vt:lpstr>Courier New</vt:lpstr>
      <vt:lpstr>Arial</vt:lpstr>
      <vt:lpstr>Ericsson Hilda</vt:lpstr>
      <vt:lpstr>Ericsson Technical Icons</vt:lpstr>
      <vt:lpstr>Droplet</vt:lpstr>
      <vt:lpstr>Master Thesis:   Applications of AI/ML Algorithms in L3 Handover</vt:lpstr>
      <vt:lpstr>Contents</vt:lpstr>
      <vt:lpstr>Introduction &amp; Background - I</vt:lpstr>
      <vt:lpstr>Research Statement </vt:lpstr>
      <vt:lpstr>Methodology - I </vt:lpstr>
      <vt:lpstr>Methodology - II</vt:lpstr>
      <vt:lpstr>Methodology - III Simulation KPI – Receiver Operating Characteristic</vt:lpstr>
      <vt:lpstr>Methodology - IV</vt:lpstr>
      <vt:lpstr>Results &amp; discussions - I</vt:lpstr>
      <vt:lpstr>Results &amp; discussions - II</vt:lpstr>
      <vt:lpstr>Results &amp; discussions – III:  Handover Detection Results for Vehicular Mobility Using Random Forest </vt:lpstr>
      <vt:lpstr>Results &amp; discussions – IV Handover Detection Results for Pedestrian Mobility Using Random Forest</vt:lpstr>
      <vt:lpstr>Results &amp; discussions – V Handover Detection Results for  Vehicular Mobility Using XGBoost</vt:lpstr>
      <vt:lpstr>Results &amp; discussions – VI Handover Detection Results for Pedestrian Mobility Using XGBoost</vt:lpstr>
      <vt:lpstr>Results analysis</vt:lpstr>
      <vt:lpstr>Conclusion</vt:lpstr>
      <vt:lpstr>Future 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Redhawk Baseline Deployments</dc:title>
  <dc:creator>Fabian De Laval</dc:creator>
  <cp:keywords/>
  <dc:description>Rev</dc:description>
  <cp:lastModifiedBy>Soulaimene Jaoua</cp:lastModifiedBy>
  <cp:revision>179</cp:revision>
  <dcterms:created xsi:type="dcterms:W3CDTF">2025-05-12T12:24:27Z</dcterms:created>
  <dcterms:modified xsi:type="dcterms:W3CDTF">2025-10-13T08:37:38Z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Category">
    <vt:lpwstr> </vt:lpwstr>
  </property>
  <property fmtid="{D5CDD505-2E9C-101B-9397-08002B2CF9AE}" pid="3" name="TemplateIdentity">
    <vt:lpwstr> </vt:lpwstr>
  </property>
  <property fmtid="{D5CDD505-2E9C-101B-9397-08002B2CF9AE}" pid="4" name="DocName">
    <vt:lpwstr> </vt:lpwstr>
  </property>
  <property fmtid="{D5CDD505-2E9C-101B-9397-08002B2CF9AE}" pid="5" name="DocumentDataTemplate">
    <vt:lpwstr>true</vt:lpwstr>
  </property>
  <property fmtid="{D5CDD505-2E9C-101B-9397-08002B2CF9AE}" pid="6" name="BSubject">
    <vt:lpwstr> </vt:lpwstr>
  </property>
  <property fmtid="{D5CDD505-2E9C-101B-9397-08002B2CF9AE}" pid="7" name="TemplafyTimeStamp">
    <vt:lpwstr>2025-03-20T13:12:46.0714942Z</vt:lpwstr>
  </property>
  <property fmtid="{D5CDD505-2E9C-101B-9397-08002B2CF9AE}" pid="8" name="TemplafyTenantId">
    <vt:lpwstr>ericsson</vt:lpwstr>
  </property>
  <property fmtid="{D5CDD505-2E9C-101B-9397-08002B2CF9AE}" pid="9" name="TemplafyTemplateId">
    <vt:lpwstr>637661677935531027</vt:lpwstr>
  </property>
  <property fmtid="{D5CDD505-2E9C-101B-9397-08002B2CF9AE}" pid="10" name="TemplafyUserProfileId">
    <vt:lpwstr>637731683725360034</vt:lpwstr>
  </property>
  <property fmtid="{D5CDD505-2E9C-101B-9397-08002B2CF9AE}" pid="11" name="TemplafyLanguageCode">
    <vt:lpwstr>en-US</vt:lpwstr>
  </property>
  <property fmtid="{D5CDD505-2E9C-101B-9397-08002B2CF9AE}" pid="12" name="FooterText">
    <vt:lpwstr>true</vt:lpwstr>
  </property>
  <property fmtid="{D5CDD505-2E9C-101B-9397-08002B2CF9AE}" pid="13" name="SecurityClass">
    <vt:lpwstr>Ericsson Internal</vt:lpwstr>
  </property>
  <property fmtid="{D5CDD505-2E9C-101B-9397-08002B2CF9AE}" pid="14" name="ExtConf">
    <vt:lpwstr/>
  </property>
  <property fmtid="{D5CDD505-2E9C-101B-9397-08002B2CF9AE}" pid="15" name="Prepared">
    <vt:lpwstr>EFLEDBA Fabian De Laval</vt:lpwstr>
  </property>
  <property fmtid="{D5CDD505-2E9C-101B-9397-08002B2CF9AE}" pid="16" name="ApprovedBy">
    <vt:lpwstr/>
  </property>
  <property fmtid="{D5CDD505-2E9C-101B-9397-08002B2CF9AE}" pid="17" name="DocNo">
    <vt:lpwstr> </vt:lpwstr>
  </property>
  <property fmtid="{D5CDD505-2E9C-101B-9397-08002B2CF9AE}" pid="18" name="Checked">
    <vt:lpwstr/>
  </property>
  <property fmtid="{D5CDD505-2E9C-101B-9397-08002B2CF9AE}" pid="19" name="Date">
    <vt:lpwstr>2025-05-12</vt:lpwstr>
  </property>
  <property fmtid="{D5CDD505-2E9C-101B-9397-08002B2CF9AE}" pid="20" name="Reference">
    <vt:lpwstr/>
  </property>
  <property fmtid="{D5CDD505-2E9C-101B-9397-08002B2CF9AE}" pid="21" name="Title">
    <vt:lpwstr>Redhawk Baseline Deployments</vt:lpwstr>
  </property>
  <property fmtid="{D5CDD505-2E9C-101B-9397-08002B2CF9AE}" pid="22" name="Keyword">
    <vt:lpwstr/>
  </property>
  <property fmtid="{D5CDD505-2E9C-101B-9397-08002B2CF9AE}" pid="23" name="DocumentType">
    <vt:lpwstr>Presentation2011</vt:lpwstr>
  </property>
  <property fmtid="{D5CDD505-2E9C-101B-9397-08002B2CF9AE}" pid="24" name="Language">
    <vt:lpwstr>EnglishUS</vt:lpwstr>
  </property>
  <property fmtid="{D5CDD505-2E9C-101B-9397-08002B2CF9AE}" pid="25" name="TemplateID">
    <vt:lpwstr>FALSE</vt:lpwstr>
  </property>
  <property fmtid="{D5CDD505-2E9C-101B-9397-08002B2CF9AE}" pid="26" name="ConfCtrl">
    <vt:lpwstr>FALSE</vt:lpwstr>
  </property>
  <property fmtid="{D5CDD505-2E9C-101B-9397-08002B2CF9AE}" pid="27" name="DocTitle">
    <vt:lpwstr>false</vt:lpwstr>
  </property>
  <property fmtid="{D5CDD505-2E9C-101B-9397-08002B2CF9AE}" pid="28" name="IsDocument">
    <vt:lpwstr>true</vt:lpwstr>
  </property>
  <property fmtid="{D5CDD505-2E9C-101B-9397-08002B2CF9AE}" pid="29" name="IsPresentation">
    <vt:lpwstr>false</vt:lpwstr>
  </property>
  <property fmtid="{D5CDD505-2E9C-101B-9397-08002B2CF9AE}" pid="30" name="PageNumberVisible">
    <vt:lpwstr>PageXY</vt:lpwstr>
  </property>
  <property fmtid="{D5CDD505-2E9C-101B-9397-08002B2CF9AE}" pid="31" name="Revision">
    <vt:lpwstr/>
  </property>
  <property fmtid="{D5CDD505-2E9C-101B-9397-08002B2CF9AE}" pid="32" name="DocType">
    <vt:lpwstr/>
  </property>
  <property fmtid="{D5CDD505-2E9C-101B-9397-08002B2CF9AE}" pid="33" name="TemplateVersion">
    <vt:lpwstr>R2A</vt:lpwstr>
  </property>
  <property fmtid="{D5CDD505-2E9C-101B-9397-08002B2CF9AE}" pid="34" name="PackageNo">
    <vt:lpwstr>LXA 119 603</vt:lpwstr>
  </property>
  <property fmtid="{D5CDD505-2E9C-101B-9397-08002B2CF9AE}" pid="35" name="PackageVersion">
    <vt:lpwstr>R6B</vt:lpwstr>
  </property>
  <property fmtid="{D5CDD505-2E9C-101B-9397-08002B2CF9AE}" pid="36" name="TemplateName">
    <vt:lpwstr>CXC 173 2731/1</vt:lpwstr>
  </property>
  <property fmtid="{D5CDD505-2E9C-101B-9397-08002B2CF9AE}" pid="37" name="DocNoVisible">
    <vt:lpwstr>true</vt:lpwstr>
  </property>
  <property fmtid="{D5CDD505-2E9C-101B-9397-08002B2CF9AE}" pid="38" name="ContentTypeId">
    <vt:lpwstr>0x010100B9724136FC6E80489C25817DFB9B13B2</vt:lpwstr>
  </property>
  <property fmtid="{D5CDD505-2E9C-101B-9397-08002B2CF9AE}" pid="39" name="MediaServiceImageTags">
    <vt:lpwstr/>
  </property>
</Properties>
</file>