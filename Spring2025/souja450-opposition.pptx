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4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1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T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80A51A-57E0-454B-9B7C-8A5F391C5C7E}" v="174" dt="2025-11-30T23:00:57.4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1"/>
    <p:restoredTop sz="94641"/>
  </p:normalViewPr>
  <p:slideViewPr>
    <p:cSldViewPr snapToGrid="0" snapToObjects="1">
      <p:cViewPr varScale="1">
        <p:scale>
          <a:sx n="146" d="100"/>
          <a:sy n="146" d="100"/>
        </p:scale>
        <p:origin x="96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929CD8-DC4E-4A2D-A1B3-05CB12759C7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14EFBC8-8ACB-4891-89C7-0B3341EA1915}">
      <dgm:prSet/>
      <dgm:spPr/>
      <dgm:t>
        <a:bodyPr/>
        <a:lstStyle/>
        <a:p>
          <a:r>
            <a:rPr lang="en-US" dirty="0"/>
            <a:t>Goal: Optimize how a UAV handles alarms under battery and energy limits.</a:t>
          </a:r>
        </a:p>
      </dgm:t>
    </dgm:pt>
    <dgm:pt modelId="{AF6C1A2F-DCE8-4E30-B0E8-27E772AFB40E}" type="parTrans" cxnId="{3203D6B2-2819-4685-8A41-133DBF640589}">
      <dgm:prSet/>
      <dgm:spPr/>
      <dgm:t>
        <a:bodyPr/>
        <a:lstStyle/>
        <a:p>
          <a:endParaRPr lang="en-US"/>
        </a:p>
      </dgm:t>
    </dgm:pt>
    <dgm:pt modelId="{F655A2DF-69C1-49BA-B5E6-1D3820C83A9D}" type="sibTrans" cxnId="{3203D6B2-2819-4685-8A41-133DBF640589}">
      <dgm:prSet/>
      <dgm:spPr/>
      <dgm:t>
        <a:bodyPr/>
        <a:lstStyle/>
        <a:p>
          <a:endParaRPr lang="en-US"/>
        </a:p>
      </dgm:t>
    </dgm:pt>
    <dgm:pt modelId="{EBC7F1F3-6F8C-4FCF-A0B0-89679F8B3D39}">
      <dgm:prSet/>
      <dgm:spPr/>
      <dgm:t>
        <a:bodyPr/>
        <a:lstStyle/>
        <a:p>
          <a:r>
            <a:rPr lang="en-US" dirty="0"/>
            <a:t>System: UAV moves between L0, L1, L2 with a limited battery capacity.</a:t>
          </a:r>
        </a:p>
      </dgm:t>
    </dgm:pt>
    <dgm:pt modelId="{EE449ED7-CDB5-484C-9D09-17DFDA7EA6DD}" type="parTrans" cxnId="{A05E08C6-6FDD-4C5E-A19A-032946EF255E}">
      <dgm:prSet/>
      <dgm:spPr/>
      <dgm:t>
        <a:bodyPr/>
        <a:lstStyle/>
        <a:p>
          <a:endParaRPr lang="en-US"/>
        </a:p>
      </dgm:t>
    </dgm:pt>
    <dgm:pt modelId="{1B6BCEBE-0806-41C2-9B27-893D9E407024}" type="sibTrans" cxnId="{A05E08C6-6FDD-4C5E-A19A-032946EF255E}">
      <dgm:prSet/>
      <dgm:spPr/>
      <dgm:t>
        <a:bodyPr/>
        <a:lstStyle/>
        <a:p>
          <a:endParaRPr lang="en-US"/>
        </a:p>
      </dgm:t>
    </dgm:pt>
    <dgm:pt modelId="{29AA828B-96D7-4920-A985-3F32B41B6912}">
      <dgm:prSet/>
      <dgm:spPr/>
      <dgm:t>
        <a:bodyPr/>
        <a:lstStyle/>
        <a:p>
          <a:r>
            <a:rPr lang="en-US" dirty="0"/>
            <a:t>Method: Compares a learned decision policy with a Greedy baseline in two alarm scenarios.</a:t>
          </a:r>
        </a:p>
      </dgm:t>
    </dgm:pt>
    <dgm:pt modelId="{8BD37F14-519E-4ABC-AE34-9B7688AC7362}" type="parTrans" cxnId="{AB53FCBE-FD53-4668-A15F-4193C098E9D8}">
      <dgm:prSet/>
      <dgm:spPr/>
      <dgm:t>
        <a:bodyPr/>
        <a:lstStyle/>
        <a:p>
          <a:endParaRPr lang="en-US"/>
        </a:p>
      </dgm:t>
    </dgm:pt>
    <dgm:pt modelId="{F68DB2B9-1E27-4B50-8A87-80AAC3347045}" type="sibTrans" cxnId="{AB53FCBE-FD53-4668-A15F-4193C098E9D8}">
      <dgm:prSet/>
      <dgm:spPr/>
      <dgm:t>
        <a:bodyPr/>
        <a:lstStyle/>
        <a:p>
          <a:endParaRPr lang="en-US"/>
        </a:p>
      </dgm:t>
    </dgm:pt>
    <dgm:pt modelId="{EDB79B9D-09B9-42BC-880A-FF64A78E2282}" type="pres">
      <dgm:prSet presAssocID="{34929CD8-DC4E-4A2D-A1B3-05CB12759C77}" presName="root" presStyleCnt="0">
        <dgm:presLayoutVars>
          <dgm:dir/>
          <dgm:resizeHandles val="exact"/>
        </dgm:presLayoutVars>
      </dgm:prSet>
      <dgm:spPr/>
    </dgm:pt>
    <dgm:pt modelId="{43158F66-E2D0-49C3-8998-2859141ECAB0}" type="pres">
      <dgm:prSet presAssocID="{C14EFBC8-8ACB-4891-89C7-0B3341EA1915}" presName="compNode" presStyleCnt="0"/>
      <dgm:spPr/>
    </dgm:pt>
    <dgm:pt modelId="{12D3AFF3-D8D5-4A0E-9E77-775098FB7C52}" type="pres">
      <dgm:prSet presAssocID="{C14EFBC8-8ACB-4891-89C7-0B3341EA1915}" presName="bgRect" presStyleLbl="bgShp" presStyleIdx="0" presStyleCnt="3"/>
      <dgm:spPr/>
    </dgm:pt>
    <dgm:pt modelId="{AF907FE8-11E7-4988-8593-95DCDCC3CE36}" type="pres">
      <dgm:prSet presAssocID="{C14EFBC8-8ACB-4891-89C7-0B3341EA191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4D371128-5CFD-4AC3-9E06-DAEBD560B7A5}" type="pres">
      <dgm:prSet presAssocID="{C14EFBC8-8ACB-4891-89C7-0B3341EA1915}" presName="spaceRect" presStyleCnt="0"/>
      <dgm:spPr/>
    </dgm:pt>
    <dgm:pt modelId="{7C86D355-9ECC-4FAC-B1B2-934EBEE9D198}" type="pres">
      <dgm:prSet presAssocID="{C14EFBC8-8ACB-4891-89C7-0B3341EA1915}" presName="parTx" presStyleLbl="revTx" presStyleIdx="0" presStyleCnt="3">
        <dgm:presLayoutVars>
          <dgm:chMax val="0"/>
          <dgm:chPref val="0"/>
        </dgm:presLayoutVars>
      </dgm:prSet>
      <dgm:spPr/>
    </dgm:pt>
    <dgm:pt modelId="{B8ECD1FE-2D89-4338-8C14-CC1EAF426510}" type="pres">
      <dgm:prSet presAssocID="{F655A2DF-69C1-49BA-B5E6-1D3820C83A9D}" presName="sibTrans" presStyleCnt="0"/>
      <dgm:spPr/>
    </dgm:pt>
    <dgm:pt modelId="{3912B6B6-82AB-45EE-A497-61014F363CE2}" type="pres">
      <dgm:prSet presAssocID="{EBC7F1F3-6F8C-4FCF-A0B0-89679F8B3D39}" presName="compNode" presStyleCnt="0"/>
      <dgm:spPr/>
    </dgm:pt>
    <dgm:pt modelId="{185F44D8-2412-482F-896D-29F31FB53D1F}" type="pres">
      <dgm:prSet presAssocID="{EBC7F1F3-6F8C-4FCF-A0B0-89679F8B3D39}" presName="bgRect" presStyleLbl="bgShp" presStyleIdx="1" presStyleCnt="3"/>
      <dgm:spPr/>
    </dgm:pt>
    <dgm:pt modelId="{82C6BC6B-D4ED-4ADD-B61A-6DE3847ECF53}" type="pres">
      <dgm:prSet presAssocID="{EBC7F1F3-6F8C-4FCF-A0B0-89679F8B3D3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8EF8129-7A59-4B83-864F-9FF5DDB28DD7}" type="pres">
      <dgm:prSet presAssocID="{EBC7F1F3-6F8C-4FCF-A0B0-89679F8B3D39}" presName="spaceRect" presStyleCnt="0"/>
      <dgm:spPr/>
    </dgm:pt>
    <dgm:pt modelId="{E239006C-91B7-401B-9E83-C9F9A0052CB8}" type="pres">
      <dgm:prSet presAssocID="{EBC7F1F3-6F8C-4FCF-A0B0-89679F8B3D39}" presName="parTx" presStyleLbl="revTx" presStyleIdx="1" presStyleCnt="3">
        <dgm:presLayoutVars>
          <dgm:chMax val="0"/>
          <dgm:chPref val="0"/>
        </dgm:presLayoutVars>
      </dgm:prSet>
      <dgm:spPr/>
    </dgm:pt>
    <dgm:pt modelId="{6AF8AA3C-E329-4CE6-8D36-468ECD3AA20A}" type="pres">
      <dgm:prSet presAssocID="{1B6BCEBE-0806-41C2-9B27-893D9E407024}" presName="sibTrans" presStyleCnt="0"/>
      <dgm:spPr/>
    </dgm:pt>
    <dgm:pt modelId="{76CCCED6-BA5E-4AD6-8A79-E0118AEB82DD}" type="pres">
      <dgm:prSet presAssocID="{29AA828B-96D7-4920-A985-3F32B41B6912}" presName="compNode" presStyleCnt="0"/>
      <dgm:spPr/>
    </dgm:pt>
    <dgm:pt modelId="{4876CA92-6DA3-4B3C-807E-BCFEF25843D0}" type="pres">
      <dgm:prSet presAssocID="{29AA828B-96D7-4920-A985-3F32B41B6912}" presName="bgRect" presStyleLbl="bgShp" presStyleIdx="2" presStyleCnt="3" custLinFactNeighborX="54373" custLinFactNeighborY="6907"/>
      <dgm:spPr/>
    </dgm:pt>
    <dgm:pt modelId="{84B8DC69-AB60-4887-9CE8-899781B3A3AE}" type="pres">
      <dgm:prSet presAssocID="{29AA828B-96D7-4920-A985-3F32B41B691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larm Clock"/>
        </a:ext>
      </dgm:extLst>
    </dgm:pt>
    <dgm:pt modelId="{26BEAA72-EF53-456E-9964-F599E8D13D99}" type="pres">
      <dgm:prSet presAssocID="{29AA828B-96D7-4920-A985-3F32B41B6912}" presName="spaceRect" presStyleCnt="0"/>
      <dgm:spPr/>
    </dgm:pt>
    <dgm:pt modelId="{FB8429DC-9830-4887-A21C-08EA7F8BEDA5}" type="pres">
      <dgm:prSet presAssocID="{29AA828B-96D7-4920-A985-3F32B41B691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3752243-4B43-4343-8BBC-4FFDF7CBF347}" type="presOf" srcId="{C14EFBC8-8ACB-4891-89C7-0B3341EA1915}" destId="{7C86D355-9ECC-4FAC-B1B2-934EBEE9D198}" srcOrd="0" destOrd="0" presId="urn:microsoft.com/office/officeart/2018/2/layout/IconVerticalSolidList"/>
    <dgm:cxn modelId="{082E9C9C-D220-4755-9004-037D136BB781}" type="presOf" srcId="{EBC7F1F3-6F8C-4FCF-A0B0-89679F8B3D39}" destId="{E239006C-91B7-401B-9E83-C9F9A0052CB8}" srcOrd="0" destOrd="0" presId="urn:microsoft.com/office/officeart/2018/2/layout/IconVerticalSolidList"/>
    <dgm:cxn modelId="{3203D6B2-2819-4685-8A41-133DBF640589}" srcId="{34929CD8-DC4E-4A2D-A1B3-05CB12759C77}" destId="{C14EFBC8-8ACB-4891-89C7-0B3341EA1915}" srcOrd="0" destOrd="0" parTransId="{AF6C1A2F-DCE8-4E30-B0E8-27E772AFB40E}" sibTransId="{F655A2DF-69C1-49BA-B5E6-1D3820C83A9D}"/>
    <dgm:cxn modelId="{A74763BA-72AE-45DA-9271-94AA45224A31}" type="presOf" srcId="{34929CD8-DC4E-4A2D-A1B3-05CB12759C77}" destId="{EDB79B9D-09B9-42BC-880A-FF64A78E2282}" srcOrd="0" destOrd="0" presId="urn:microsoft.com/office/officeart/2018/2/layout/IconVerticalSolidList"/>
    <dgm:cxn modelId="{AB53FCBE-FD53-4668-A15F-4193C098E9D8}" srcId="{34929CD8-DC4E-4A2D-A1B3-05CB12759C77}" destId="{29AA828B-96D7-4920-A985-3F32B41B6912}" srcOrd="2" destOrd="0" parTransId="{8BD37F14-519E-4ABC-AE34-9B7688AC7362}" sibTransId="{F68DB2B9-1E27-4B50-8A87-80AAC3347045}"/>
    <dgm:cxn modelId="{A05E08C6-6FDD-4C5E-A19A-032946EF255E}" srcId="{34929CD8-DC4E-4A2D-A1B3-05CB12759C77}" destId="{EBC7F1F3-6F8C-4FCF-A0B0-89679F8B3D39}" srcOrd="1" destOrd="0" parTransId="{EE449ED7-CDB5-484C-9D09-17DFDA7EA6DD}" sibTransId="{1B6BCEBE-0806-41C2-9B27-893D9E407024}"/>
    <dgm:cxn modelId="{A82D55DF-77F1-480A-AF4A-137271FDED91}" type="presOf" srcId="{29AA828B-96D7-4920-A985-3F32B41B6912}" destId="{FB8429DC-9830-4887-A21C-08EA7F8BEDA5}" srcOrd="0" destOrd="0" presId="urn:microsoft.com/office/officeart/2018/2/layout/IconVerticalSolidList"/>
    <dgm:cxn modelId="{0DE9F323-75FF-4B74-AEDB-A8ABC9067C49}" type="presParOf" srcId="{EDB79B9D-09B9-42BC-880A-FF64A78E2282}" destId="{43158F66-E2D0-49C3-8998-2859141ECAB0}" srcOrd="0" destOrd="0" presId="urn:microsoft.com/office/officeart/2018/2/layout/IconVerticalSolidList"/>
    <dgm:cxn modelId="{14AF021E-34D5-4068-A0AC-FCF70C67E9A6}" type="presParOf" srcId="{43158F66-E2D0-49C3-8998-2859141ECAB0}" destId="{12D3AFF3-D8D5-4A0E-9E77-775098FB7C52}" srcOrd="0" destOrd="0" presId="urn:microsoft.com/office/officeart/2018/2/layout/IconVerticalSolidList"/>
    <dgm:cxn modelId="{F948524F-EFB5-4603-8B5B-45F00E807358}" type="presParOf" srcId="{43158F66-E2D0-49C3-8998-2859141ECAB0}" destId="{AF907FE8-11E7-4988-8593-95DCDCC3CE36}" srcOrd="1" destOrd="0" presId="urn:microsoft.com/office/officeart/2018/2/layout/IconVerticalSolidList"/>
    <dgm:cxn modelId="{C23CD7FB-0B98-40C0-8708-BB0E2BB59B1F}" type="presParOf" srcId="{43158F66-E2D0-49C3-8998-2859141ECAB0}" destId="{4D371128-5CFD-4AC3-9E06-DAEBD560B7A5}" srcOrd="2" destOrd="0" presId="urn:microsoft.com/office/officeart/2018/2/layout/IconVerticalSolidList"/>
    <dgm:cxn modelId="{3A172EED-C421-46F6-9578-F5A641D37A3A}" type="presParOf" srcId="{43158F66-E2D0-49C3-8998-2859141ECAB0}" destId="{7C86D355-9ECC-4FAC-B1B2-934EBEE9D198}" srcOrd="3" destOrd="0" presId="urn:microsoft.com/office/officeart/2018/2/layout/IconVerticalSolidList"/>
    <dgm:cxn modelId="{FD528810-DB69-4BF5-8A9B-0E9F8AA05EE5}" type="presParOf" srcId="{EDB79B9D-09B9-42BC-880A-FF64A78E2282}" destId="{B8ECD1FE-2D89-4338-8C14-CC1EAF426510}" srcOrd="1" destOrd="0" presId="urn:microsoft.com/office/officeart/2018/2/layout/IconVerticalSolidList"/>
    <dgm:cxn modelId="{0647874B-597F-4445-A0E9-043A059512F9}" type="presParOf" srcId="{EDB79B9D-09B9-42BC-880A-FF64A78E2282}" destId="{3912B6B6-82AB-45EE-A497-61014F363CE2}" srcOrd="2" destOrd="0" presId="urn:microsoft.com/office/officeart/2018/2/layout/IconVerticalSolidList"/>
    <dgm:cxn modelId="{EAF3E3E8-DB55-4367-BA31-14F7E6AC8527}" type="presParOf" srcId="{3912B6B6-82AB-45EE-A497-61014F363CE2}" destId="{185F44D8-2412-482F-896D-29F31FB53D1F}" srcOrd="0" destOrd="0" presId="urn:microsoft.com/office/officeart/2018/2/layout/IconVerticalSolidList"/>
    <dgm:cxn modelId="{8F22C10B-6DDC-484F-B266-CDA42D1EF6C1}" type="presParOf" srcId="{3912B6B6-82AB-45EE-A497-61014F363CE2}" destId="{82C6BC6B-D4ED-4ADD-B61A-6DE3847ECF53}" srcOrd="1" destOrd="0" presId="urn:microsoft.com/office/officeart/2018/2/layout/IconVerticalSolidList"/>
    <dgm:cxn modelId="{FA3F7ADD-6B3F-4B8E-831D-A652024BF7F9}" type="presParOf" srcId="{3912B6B6-82AB-45EE-A497-61014F363CE2}" destId="{48EF8129-7A59-4B83-864F-9FF5DDB28DD7}" srcOrd="2" destOrd="0" presId="urn:microsoft.com/office/officeart/2018/2/layout/IconVerticalSolidList"/>
    <dgm:cxn modelId="{ABE47CF1-AB34-4D1E-AC26-D1FF2E4AA769}" type="presParOf" srcId="{3912B6B6-82AB-45EE-A497-61014F363CE2}" destId="{E239006C-91B7-401B-9E83-C9F9A0052CB8}" srcOrd="3" destOrd="0" presId="urn:microsoft.com/office/officeart/2018/2/layout/IconVerticalSolidList"/>
    <dgm:cxn modelId="{5308D10D-7E04-4207-91C2-ADCEA7398F49}" type="presParOf" srcId="{EDB79B9D-09B9-42BC-880A-FF64A78E2282}" destId="{6AF8AA3C-E329-4CE6-8D36-468ECD3AA20A}" srcOrd="3" destOrd="0" presId="urn:microsoft.com/office/officeart/2018/2/layout/IconVerticalSolidList"/>
    <dgm:cxn modelId="{3F9D2D0E-06DA-4879-AC94-D3A65FF03410}" type="presParOf" srcId="{EDB79B9D-09B9-42BC-880A-FF64A78E2282}" destId="{76CCCED6-BA5E-4AD6-8A79-E0118AEB82DD}" srcOrd="4" destOrd="0" presId="urn:microsoft.com/office/officeart/2018/2/layout/IconVerticalSolidList"/>
    <dgm:cxn modelId="{49DC1889-2CBF-47FE-A179-9373E9FC7BC6}" type="presParOf" srcId="{76CCCED6-BA5E-4AD6-8A79-E0118AEB82DD}" destId="{4876CA92-6DA3-4B3C-807E-BCFEF25843D0}" srcOrd="0" destOrd="0" presId="urn:microsoft.com/office/officeart/2018/2/layout/IconVerticalSolidList"/>
    <dgm:cxn modelId="{10DD5B22-B1D5-4C13-B73F-FE2348C94DC5}" type="presParOf" srcId="{76CCCED6-BA5E-4AD6-8A79-E0118AEB82DD}" destId="{84B8DC69-AB60-4887-9CE8-899781B3A3AE}" srcOrd="1" destOrd="0" presId="urn:microsoft.com/office/officeart/2018/2/layout/IconVerticalSolidList"/>
    <dgm:cxn modelId="{C21AB8FC-2A52-4449-849D-077846E61027}" type="presParOf" srcId="{76CCCED6-BA5E-4AD6-8A79-E0118AEB82DD}" destId="{26BEAA72-EF53-456E-9964-F599E8D13D99}" srcOrd="2" destOrd="0" presId="urn:microsoft.com/office/officeart/2018/2/layout/IconVerticalSolidList"/>
    <dgm:cxn modelId="{95177839-E06A-4B28-B36A-A9376613270F}" type="presParOf" srcId="{76CCCED6-BA5E-4AD6-8A79-E0118AEB82DD}" destId="{FB8429DC-9830-4887-A21C-08EA7F8BEDA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C5158F-2421-407C-8657-5D11D97373B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FD15D13-1DBA-41F5-BF1E-CB7CCEAF100E}">
      <dgm:prSet/>
      <dgm:spPr/>
      <dgm:t>
        <a:bodyPr/>
        <a:lstStyle/>
        <a:p>
          <a:r>
            <a:rPr lang="en-US" dirty="0"/>
            <a:t>Clear and well-structured thesis.</a:t>
          </a:r>
        </a:p>
      </dgm:t>
    </dgm:pt>
    <dgm:pt modelId="{8C47E8AD-2548-482D-B266-8385E0804845}" type="parTrans" cxnId="{6C0EB534-DB69-4021-8CE6-8CEDB3309DE4}">
      <dgm:prSet/>
      <dgm:spPr/>
      <dgm:t>
        <a:bodyPr/>
        <a:lstStyle/>
        <a:p>
          <a:endParaRPr lang="en-US"/>
        </a:p>
      </dgm:t>
    </dgm:pt>
    <dgm:pt modelId="{D0EFE7F5-19EF-4615-8F3B-2722BE48A646}" type="sibTrans" cxnId="{6C0EB534-DB69-4021-8CE6-8CEDB3309DE4}">
      <dgm:prSet/>
      <dgm:spPr/>
      <dgm:t>
        <a:bodyPr/>
        <a:lstStyle/>
        <a:p>
          <a:endParaRPr lang="en-US"/>
        </a:p>
      </dgm:t>
    </dgm:pt>
    <dgm:pt modelId="{08A47244-E104-4086-AB4E-994888061776}">
      <dgm:prSet/>
      <dgm:spPr/>
      <dgm:t>
        <a:bodyPr/>
        <a:lstStyle/>
        <a:p>
          <a:r>
            <a:rPr lang="en-US" dirty="0"/>
            <a:t>Good explanation of </a:t>
          </a:r>
          <a:r>
            <a:rPr lang="en-US" dirty="0" err="1"/>
            <a:t>AoMA</a:t>
          </a:r>
          <a:r>
            <a:rPr lang="en-US" dirty="0"/>
            <a:t> and system model.</a:t>
          </a:r>
        </a:p>
      </dgm:t>
    </dgm:pt>
    <dgm:pt modelId="{A851C05C-3674-4133-B63E-6436C44439B0}" type="parTrans" cxnId="{3956B2D8-8AA0-4ABE-B39E-2E3B2E7A8D8B}">
      <dgm:prSet/>
      <dgm:spPr/>
      <dgm:t>
        <a:bodyPr/>
        <a:lstStyle/>
        <a:p>
          <a:endParaRPr lang="en-US"/>
        </a:p>
      </dgm:t>
    </dgm:pt>
    <dgm:pt modelId="{C76718D0-FE24-4CB4-BD58-FE71FC5EA5A5}" type="sibTrans" cxnId="{3956B2D8-8AA0-4ABE-B39E-2E3B2E7A8D8B}">
      <dgm:prSet/>
      <dgm:spPr/>
      <dgm:t>
        <a:bodyPr/>
        <a:lstStyle/>
        <a:p>
          <a:endParaRPr lang="en-US"/>
        </a:p>
      </dgm:t>
    </dgm:pt>
    <dgm:pt modelId="{6F4AAFE5-4DBE-47E3-9B13-F19B6E958E9F}">
      <dgm:prSet/>
      <dgm:spPr/>
      <dgm:t>
        <a:bodyPr/>
        <a:lstStyle/>
        <a:p>
          <a:r>
            <a:rPr lang="en-US" dirty="0"/>
            <a:t>Results are clearly presented.</a:t>
          </a:r>
        </a:p>
      </dgm:t>
    </dgm:pt>
    <dgm:pt modelId="{5C2028AF-54E4-4776-9381-2036E5C1AD41}" type="parTrans" cxnId="{5FF7AECB-83B9-46EB-8161-B702EDA2725E}">
      <dgm:prSet/>
      <dgm:spPr/>
      <dgm:t>
        <a:bodyPr/>
        <a:lstStyle/>
        <a:p>
          <a:endParaRPr lang="en-US"/>
        </a:p>
      </dgm:t>
    </dgm:pt>
    <dgm:pt modelId="{E8C8C73C-6FD7-4215-B4CF-D83739E0238C}" type="sibTrans" cxnId="{5FF7AECB-83B9-46EB-8161-B702EDA2725E}">
      <dgm:prSet/>
      <dgm:spPr/>
      <dgm:t>
        <a:bodyPr/>
        <a:lstStyle/>
        <a:p>
          <a:endParaRPr lang="en-US"/>
        </a:p>
      </dgm:t>
    </dgm:pt>
    <dgm:pt modelId="{1F07A021-F152-44DE-B2A0-4315EA81EC78}">
      <dgm:prSet/>
      <dgm:spPr/>
      <dgm:t>
        <a:bodyPr/>
        <a:lstStyle/>
        <a:p>
          <a:r>
            <a:rPr lang="en-US" dirty="0"/>
            <a:t>Writing is easy to understand.</a:t>
          </a:r>
        </a:p>
      </dgm:t>
    </dgm:pt>
    <dgm:pt modelId="{4D8F43D7-5E63-4A7F-9827-75C97EEAE150}" type="parTrans" cxnId="{A311EB9B-4BAF-49E8-936C-08B5C7B9A452}">
      <dgm:prSet/>
      <dgm:spPr/>
      <dgm:t>
        <a:bodyPr/>
        <a:lstStyle/>
        <a:p>
          <a:endParaRPr lang="en-US"/>
        </a:p>
      </dgm:t>
    </dgm:pt>
    <dgm:pt modelId="{51FFCE6C-32EE-4B12-A7EE-6156A95D7E1A}" type="sibTrans" cxnId="{A311EB9B-4BAF-49E8-936C-08B5C7B9A452}">
      <dgm:prSet/>
      <dgm:spPr/>
      <dgm:t>
        <a:bodyPr/>
        <a:lstStyle/>
        <a:p>
          <a:endParaRPr lang="en-US"/>
        </a:p>
      </dgm:t>
    </dgm:pt>
    <dgm:pt modelId="{79987919-17CA-41FD-843C-844F3C70B152}" type="pres">
      <dgm:prSet presAssocID="{81C5158F-2421-407C-8657-5D11D97373BD}" presName="root" presStyleCnt="0">
        <dgm:presLayoutVars>
          <dgm:dir/>
          <dgm:resizeHandles val="exact"/>
        </dgm:presLayoutVars>
      </dgm:prSet>
      <dgm:spPr/>
    </dgm:pt>
    <dgm:pt modelId="{5271783C-1EC4-4992-A53F-8564DA657C63}" type="pres">
      <dgm:prSet presAssocID="{0FD15D13-1DBA-41F5-BF1E-CB7CCEAF100E}" presName="compNode" presStyleCnt="0"/>
      <dgm:spPr/>
    </dgm:pt>
    <dgm:pt modelId="{3ABBC929-E8CE-4CA7-893A-2732B9ACF753}" type="pres">
      <dgm:prSet presAssocID="{0FD15D13-1DBA-41F5-BF1E-CB7CCEAF100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D8986B97-E1CD-40D0-8E67-544B8E27C212}" type="pres">
      <dgm:prSet presAssocID="{0FD15D13-1DBA-41F5-BF1E-CB7CCEAF100E}" presName="spaceRect" presStyleCnt="0"/>
      <dgm:spPr/>
    </dgm:pt>
    <dgm:pt modelId="{82E0FF6E-934E-4E00-82A3-1B5FA23516CB}" type="pres">
      <dgm:prSet presAssocID="{0FD15D13-1DBA-41F5-BF1E-CB7CCEAF100E}" presName="textRect" presStyleLbl="revTx" presStyleIdx="0" presStyleCnt="4">
        <dgm:presLayoutVars>
          <dgm:chMax val="1"/>
          <dgm:chPref val="1"/>
        </dgm:presLayoutVars>
      </dgm:prSet>
      <dgm:spPr/>
    </dgm:pt>
    <dgm:pt modelId="{8CE1863A-CF2D-4453-BFAC-6C251A4D7C1E}" type="pres">
      <dgm:prSet presAssocID="{D0EFE7F5-19EF-4615-8F3B-2722BE48A646}" presName="sibTrans" presStyleCnt="0"/>
      <dgm:spPr/>
    </dgm:pt>
    <dgm:pt modelId="{C0FE98D6-B0D0-48A7-B0BA-AF61015191AF}" type="pres">
      <dgm:prSet presAssocID="{08A47244-E104-4086-AB4E-994888061776}" presName="compNode" presStyleCnt="0"/>
      <dgm:spPr/>
    </dgm:pt>
    <dgm:pt modelId="{9C857A06-5B71-4248-8FA5-AA90BEDA4902}" type="pres">
      <dgm:prSet presAssocID="{08A47244-E104-4086-AB4E-99488806177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49A8D4A9-CC64-43C6-BF73-44B7658365E4}" type="pres">
      <dgm:prSet presAssocID="{08A47244-E104-4086-AB4E-994888061776}" presName="spaceRect" presStyleCnt="0"/>
      <dgm:spPr/>
    </dgm:pt>
    <dgm:pt modelId="{DF965CA5-E797-4669-BB7F-7EBCDDC5F1A3}" type="pres">
      <dgm:prSet presAssocID="{08A47244-E104-4086-AB4E-994888061776}" presName="textRect" presStyleLbl="revTx" presStyleIdx="1" presStyleCnt="4">
        <dgm:presLayoutVars>
          <dgm:chMax val="1"/>
          <dgm:chPref val="1"/>
        </dgm:presLayoutVars>
      </dgm:prSet>
      <dgm:spPr/>
    </dgm:pt>
    <dgm:pt modelId="{ECA0B010-5DD3-46BF-A6CB-3EC19BE66F76}" type="pres">
      <dgm:prSet presAssocID="{C76718D0-FE24-4CB4-BD58-FE71FC5EA5A5}" presName="sibTrans" presStyleCnt="0"/>
      <dgm:spPr/>
    </dgm:pt>
    <dgm:pt modelId="{06687FFC-1A2D-444F-BD32-19C6A652B827}" type="pres">
      <dgm:prSet presAssocID="{6F4AAFE5-4DBE-47E3-9B13-F19B6E958E9F}" presName="compNode" presStyleCnt="0"/>
      <dgm:spPr/>
    </dgm:pt>
    <dgm:pt modelId="{6BCACAA7-1ADC-4B79-AA10-C380B4153065}" type="pres">
      <dgm:prSet presAssocID="{6F4AAFE5-4DBE-47E3-9B13-F19B6E958E9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Pie Chart"/>
        </a:ext>
      </dgm:extLst>
    </dgm:pt>
    <dgm:pt modelId="{871D2681-A1D4-4EB5-A177-85FCC947427B}" type="pres">
      <dgm:prSet presAssocID="{6F4AAFE5-4DBE-47E3-9B13-F19B6E958E9F}" presName="spaceRect" presStyleCnt="0"/>
      <dgm:spPr/>
    </dgm:pt>
    <dgm:pt modelId="{ECAA9058-4B13-4490-B4C1-F0EF82DA4E8A}" type="pres">
      <dgm:prSet presAssocID="{6F4AAFE5-4DBE-47E3-9B13-F19B6E958E9F}" presName="textRect" presStyleLbl="revTx" presStyleIdx="2" presStyleCnt="4">
        <dgm:presLayoutVars>
          <dgm:chMax val="1"/>
          <dgm:chPref val="1"/>
        </dgm:presLayoutVars>
      </dgm:prSet>
      <dgm:spPr/>
    </dgm:pt>
    <dgm:pt modelId="{198E13D4-97F6-4045-B1AC-0A1E5D9915C6}" type="pres">
      <dgm:prSet presAssocID="{E8C8C73C-6FD7-4215-B4CF-D83739E0238C}" presName="sibTrans" presStyleCnt="0"/>
      <dgm:spPr/>
    </dgm:pt>
    <dgm:pt modelId="{E4E47859-23A5-4B52-ADC6-554478542B31}" type="pres">
      <dgm:prSet presAssocID="{1F07A021-F152-44DE-B2A0-4315EA81EC78}" presName="compNode" presStyleCnt="0"/>
      <dgm:spPr/>
    </dgm:pt>
    <dgm:pt modelId="{99747998-039A-4910-B0FC-6C0219F3E580}" type="pres">
      <dgm:prSet presAssocID="{1F07A021-F152-44DE-B2A0-4315EA81EC7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987CC3E3-41C6-4021-933E-49719B8FB00B}" type="pres">
      <dgm:prSet presAssocID="{1F07A021-F152-44DE-B2A0-4315EA81EC78}" presName="spaceRect" presStyleCnt="0"/>
      <dgm:spPr/>
    </dgm:pt>
    <dgm:pt modelId="{F2D069CB-C84A-4994-AF0F-D70F23EAF9B2}" type="pres">
      <dgm:prSet presAssocID="{1F07A021-F152-44DE-B2A0-4315EA81EC7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035BC1C-E6B5-4B64-9D7A-19BB2E152D23}" type="presOf" srcId="{0FD15D13-1DBA-41F5-BF1E-CB7CCEAF100E}" destId="{82E0FF6E-934E-4E00-82A3-1B5FA23516CB}" srcOrd="0" destOrd="0" presId="urn:microsoft.com/office/officeart/2018/2/layout/IconLabelList"/>
    <dgm:cxn modelId="{6C0EB534-DB69-4021-8CE6-8CEDB3309DE4}" srcId="{81C5158F-2421-407C-8657-5D11D97373BD}" destId="{0FD15D13-1DBA-41F5-BF1E-CB7CCEAF100E}" srcOrd="0" destOrd="0" parTransId="{8C47E8AD-2548-482D-B266-8385E0804845}" sibTransId="{D0EFE7F5-19EF-4615-8F3B-2722BE48A646}"/>
    <dgm:cxn modelId="{F249497E-59DA-4AE0-A980-BF20889FBE3C}" type="presOf" srcId="{81C5158F-2421-407C-8657-5D11D97373BD}" destId="{79987919-17CA-41FD-843C-844F3C70B152}" srcOrd="0" destOrd="0" presId="urn:microsoft.com/office/officeart/2018/2/layout/IconLabelList"/>
    <dgm:cxn modelId="{A311EB9B-4BAF-49E8-936C-08B5C7B9A452}" srcId="{81C5158F-2421-407C-8657-5D11D97373BD}" destId="{1F07A021-F152-44DE-B2A0-4315EA81EC78}" srcOrd="3" destOrd="0" parTransId="{4D8F43D7-5E63-4A7F-9827-75C97EEAE150}" sibTransId="{51FFCE6C-32EE-4B12-A7EE-6156A95D7E1A}"/>
    <dgm:cxn modelId="{5FF7AECB-83B9-46EB-8161-B702EDA2725E}" srcId="{81C5158F-2421-407C-8657-5D11D97373BD}" destId="{6F4AAFE5-4DBE-47E3-9B13-F19B6E958E9F}" srcOrd="2" destOrd="0" parTransId="{5C2028AF-54E4-4776-9381-2036E5C1AD41}" sibTransId="{E8C8C73C-6FD7-4215-B4CF-D83739E0238C}"/>
    <dgm:cxn modelId="{9741ACCE-37E3-4B23-9128-8ED3CE360739}" type="presOf" srcId="{08A47244-E104-4086-AB4E-994888061776}" destId="{DF965CA5-E797-4669-BB7F-7EBCDDC5F1A3}" srcOrd="0" destOrd="0" presId="urn:microsoft.com/office/officeart/2018/2/layout/IconLabelList"/>
    <dgm:cxn modelId="{CBB3ECD1-25F6-4272-B687-DE23C48F8DF2}" type="presOf" srcId="{6F4AAFE5-4DBE-47E3-9B13-F19B6E958E9F}" destId="{ECAA9058-4B13-4490-B4C1-F0EF82DA4E8A}" srcOrd="0" destOrd="0" presId="urn:microsoft.com/office/officeart/2018/2/layout/IconLabelList"/>
    <dgm:cxn modelId="{3956B2D8-8AA0-4ABE-B39E-2E3B2E7A8D8B}" srcId="{81C5158F-2421-407C-8657-5D11D97373BD}" destId="{08A47244-E104-4086-AB4E-994888061776}" srcOrd="1" destOrd="0" parTransId="{A851C05C-3674-4133-B63E-6436C44439B0}" sibTransId="{C76718D0-FE24-4CB4-BD58-FE71FC5EA5A5}"/>
    <dgm:cxn modelId="{63E999FA-5BD0-40BE-91ED-B6B4801E8A3F}" type="presOf" srcId="{1F07A021-F152-44DE-B2A0-4315EA81EC78}" destId="{F2D069CB-C84A-4994-AF0F-D70F23EAF9B2}" srcOrd="0" destOrd="0" presId="urn:microsoft.com/office/officeart/2018/2/layout/IconLabelList"/>
    <dgm:cxn modelId="{AA344AD3-8192-4FBB-8B06-6D9CB7215163}" type="presParOf" srcId="{79987919-17CA-41FD-843C-844F3C70B152}" destId="{5271783C-1EC4-4992-A53F-8564DA657C63}" srcOrd="0" destOrd="0" presId="urn:microsoft.com/office/officeart/2018/2/layout/IconLabelList"/>
    <dgm:cxn modelId="{1F54A151-5D53-4942-A1B6-C8227EDD2441}" type="presParOf" srcId="{5271783C-1EC4-4992-A53F-8564DA657C63}" destId="{3ABBC929-E8CE-4CA7-893A-2732B9ACF753}" srcOrd="0" destOrd="0" presId="urn:microsoft.com/office/officeart/2018/2/layout/IconLabelList"/>
    <dgm:cxn modelId="{2A6DD84C-549C-4894-B20D-9AE9377E68EC}" type="presParOf" srcId="{5271783C-1EC4-4992-A53F-8564DA657C63}" destId="{D8986B97-E1CD-40D0-8E67-544B8E27C212}" srcOrd="1" destOrd="0" presId="urn:microsoft.com/office/officeart/2018/2/layout/IconLabelList"/>
    <dgm:cxn modelId="{73FF3641-B145-4969-8BFF-6513858B66D9}" type="presParOf" srcId="{5271783C-1EC4-4992-A53F-8564DA657C63}" destId="{82E0FF6E-934E-4E00-82A3-1B5FA23516CB}" srcOrd="2" destOrd="0" presId="urn:microsoft.com/office/officeart/2018/2/layout/IconLabelList"/>
    <dgm:cxn modelId="{176DAB38-71C1-402C-80C7-8C58AD8DD3E7}" type="presParOf" srcId="{79987919-17CA-41FD-843C-844F3C70B152}" destId="{8CE1863A-CF2D-4453-BFAC-6C251A4D7C1E}" srcOrd="1" destOrd="0" presId="urn:microsoft.com/office/officeart/2018/2/layout/IconLabelList"/>
    <dgm:cxn modelId="{9F6599C0-99C2-4E16-82A0-0AB4BFBA1E4C}" type="presParOf" srcId="{79987919-17CA-41FD-843C-844F3C70B152}" destId="{C0FE98D6-B0D0-48A7-B0BA-AF61015191AF}" srcOrd="2" destOrd="0" presId="urn:microsoft.com/office/officeart/2018/2/layout/IconLabelList"/>
    <dgm:cxn modelId="{2CAF205C-4823-4819-A7D9-E7E34AD7468A}" type="presParOf" srcId="{C0FE98D6-B0D0-48A7-B0BA-AF61015191AF}" destId="{9C857A06-5B71-4248-8FA5-AA90BEDA4902}" srcOrd="0" destOrd="0" presId="urn:microsoft.com/office/officeart/2018/2/layout/IconLabelList"/>
    <dgm:cxn modelId="{CFB5A390-AFC0-446F-9686-78FE010C83DE}" type="presParOf" srcId="{C0FE98D6-B0D0-48A7-B0BA-AF61015191AF}" destId="{49A8D4A9-CC64-43C6-BF73-44B7658365E4}" srcOrd="1" destOrd="0" presId="urn:microsoft.com/office/officeart/2018/2/layout/IconLabelList"/>
    <dgm:cxn modelId="{4B562C60-FBD9-4D06-9167-FA5A98A89956}" type="presParOf" srcId="{C0FE98D6-B0D0-48A7-B0BA-AF61015191AF}" destId="{DF965CA5-E797-4669-BB7F-7EBCDDC5F1A3}" srcOrd="2" destOrd="0" presId="urn:microsoft.com/office/officeart/2018/2/layout/IconLabelList"/>
    <dgm:cxn modelId="{F06F6543-72EA-47B4-A0A8-C8AD949ADED1}" type="presParOf" srcId="{79987919-17CA-41FD-843C-844F3C70B152}" destId="{ECA0B010-5DD3-46BF-A6CB-3EC19BE66F76}" srcOrd="3" destOrd="0" presId="urn:microsoft.com/office/officeart/2018/2/layout/IconLabelList"/>
    <dgm:cxn modelId="{1AD5DA21-2FA8-49EB-98C7-BA15B6F0FAAB}" type="presParOf" srcId="{79987919-17CA-41FD-843C-844F3C70B152}" destId="{06687FFC-1A2D-444F-BD32-19C6A652B827}" srcOrd="4" destOrd="0" presId="urn:microsoft.com/office/officeart/2018/2/layout/IconLabelList"/>
    <dgm:cxn modelId="{1DD43E4A-BD02-4A82-9524-D69F58DEFA83}" type="presParOf" srcId="{06687FFC-1A2D-444F-BD32-19C6A652B827}" destId="{6BCACAA7-1ADC-4B79-AA10-C380B4153065}" srcOrd="0" destOrd="0" presId="urn:microsoft.com/office/officeart/2018/2/layout/IconLabelList"/>
    <dgm:cxn modelId="{57FCD04E-8D9A-4623-BADB-C17359357B35}" type="presParOf" srcId="{06687FFC-1A2D-444F-BD32-19C6A652B827}" destId="{871D2681-A1D4-4EB5-A177-85FCC947427B}" srcOrd="1" destOrd="0" presId="urn:microsoft.com/office/officeart/2018/2/layout/IconLabelList"/>
    <dgm:cxn modelId="{E96C92F5-1772-4731-8C6E-8F266052E203}" type="presParOf" srcId="{06687FFC-1A2D-444F-BD32-19C6A652B827}" destId="{ECAA9058-4B13-4490-B4C1-F0EF82DA4E8A}" srcOrd="2" destOrd="0" presId="urn:microsoft.com/office/officeart/2018/2/layout/IconLabelList"/>
    <dgm:cxn modelId="{55D6EFA6-5BE2-401B-8228-0F1A2F14646B}" type="presParOf" srcId="{79987919-17CA-41FD-843C-844F3C70B152}" destId="{198E13D4-97F6-4045-B1AC-0A1E5D9915C6}" srcOrd="5" destOrd="0" presId="urn:microsoft.com/office/officeart/2018/2/layout/IconLabelList"/>
    <dgm:cxn modelId="{8D732446-13DB-4E2F-9AAF-280382832ADC}" type="presParOf" srcId="{79987919-17CA-41FD-843C-844F3C70B152}" destId="{E4E47859-23A5-4B52-ADC6-554478542B31}" srcOrd="6" destOrd="0" presId="urn:microsoft.com/office/officeart/2018/2/layout/IconLabelList"/>
    <dgm:cxn modelId="{FFF64062-F0BC-40C3-AC64-BB1047BE335D}" type="presParOf" srcId="{E4E47859-23A5-4B52-ADC6-554478542B31}" destId="{99747998-039A-4910-B0FC-6C0219F3E580}" srcOrd="0" destOrd="0" presId="urn:microsoft.com/office/officeart/2018/2/layout/IconLabelList"/>
    <dgm:cxn modelId="{C35D7418-E7AD-4B57-8F74-547D6D21332A}" type="presParOf" srcId="{E4E47859-23A5-4B52-ADC6-554478542B31}" destId="{987CC3E3-41C6-4021-933E-49719B8FB00B}" srcOrd="1" destOrd="0" presId="urn:microsoft.com/office/officeart/2018/2/layout/IconLabelList"/>
    <dgm:cxn modelId="{72BD5C49-E52E-4A41-B206-17F1D3196A94}" type="presParOf" srcId="{E4E47859-23A5-4B52-ADC6-554478542B31}" destId="{F2D069CB-C84A-4994-AF0F-D70F23EAF9B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453B26-B331-4743-A8E1-A7EB0834B0C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0431770-2170-47E8-A2E8-43B53DB26B07}">
      <dgm:prSet/>
      <dgm:spPr/>
      <dgm:t>
        <a:bodyPr/>
        <a:lstStyle/>
        <a:p>
          <a:r>
            <a:rPr lang="en-US" dirty="0"/>
            <a:t>Some figures lack interpretation below them.</a:t>
          </a:r>
        </a:p>
      </dgm:t>
    </dgm:pt>
    <dgm:pt modelId="{203D7A02-DCA6-452D-9496-6E9D3046DE95}" type="parTrans" cxnId="{795E0027-7B7A-4304-9E1C-E03A4F2A0B09}">
      <dgm:prSet/>
      <dgm:spPr/>
      <dgm:t>
        <a:bodyPr/>
        <a:lstStyle/>
        <a:p>
          <a:endParaRPr lang="en-US"/>
        </a:p>
      </dgm:t>
    </dgm:pt>
    <dgm:pt modelId="{38C46C8C-25A4-4E4A-A088-BA3DA6FE31EC}" type="sibTrans" cxnId="{795E0027-7B7A-4304-9E1C-E03A4F2A0B09}">
      <dgm:prSet/>
      <dgm:spPr/>
      <dgm:t>
        <a:bodyPr/>
        <a:lstStyle/>
        <a:p>
          <a:endParaRPr lang="en-US"/>
        </a:p>
      </dgm:t>
    </dgm:pt>
    <dgm:pt modelId="{897D4319-1492-4DD7-B531-AFAB76D3313C}">
      <dgm:prSet/>
      <dgm:spPr/>
      <dgm:t>
        <a:bodyPr/>
        <a:lstStyle/>
        <a:p>
          <a:r>
            <a:rPr lang="en-US" dirty="0"/>
            <a:t>Plots appear stacked without explanation.</a:t>
          </a:r>
        </a:p>
      </dgm:t>
    </dgm:pt>
    <dgm:pt modelId="{167F813C-EAAB-4975-8938-4C8F7A8136CA}" type="parTrans" cxnId="{26A027DC-1EF6-46E2-8131-5B4AF8A0783F}">
      <dgm:prSet/>
      <dgm:spPr/>
      <dgm:t>
        <a:bodyPr/>
        <a:lstStyle/>
        <a:p>
          <a:endParaRPr lang="en-US"/>
        </a:p>
      </dgm:t>
    </dgm:pt>
    <dgm:pt modelId="{C379F178-90CF-4F67-B0B4-B12887460C5C}" type="sibTrans" cxnId="{26A027DC-1EF6-46E2-8131-5B4AF8A0783F}">
      <dgm:prSet/>
      <dgm:spPr/>
      <dgm:t>
        <a:bodyPr/>
        <a:lstStyle/>
        <a:p>
          <a:endParaRPr lang="en-US"/>
        </a:p>
      </dgm:t>
    </dgm:pt>
    <dgm:pt modelId="{3ADE13CB-FFB1-4309-8B93-7AA93A74AF2E}">
      <dgm:prSet/>
      <dgm:spPr/>
      <dgm:t>
        <a:bodyPr/>
        <a:lstStyle/>
        <a:p>
          <a:r>
            <a:rPr lang="en-US" dirty="0"/>
            <a:t>Minor readability improvements possible.</a:t>
          </a:r>
        </a:p>
      </dgm:t>
    </dgm:pt>
    <dgm:pt modelId="{8A264FED-9D73-4DFE-AFA2-25B85C187FB1}" type="parTrans" cxnId="{50B95F15-2B63-40B0-AAA3-FF0A1B3A491D}">
      <dgm:prSet/>
      <dgm:spPr/>
      <dgm:t>
        <a:bodyPr/>
        <a:lstStyle/>
        <a:p>
          <a:endParaRPr lang="en-US"/>
        </a:p>
      </dgm:t>
    </dgm:pt>
    <dgm:pt modelId="{E07670CE-0E65-4057-9146-BE39377BFD8C}" type="sibTrans" cxnId="{50B95F15-2B63-40B0-AAA3-FF0A1B3A491D}">
      <dgm:prSet/>
      <dgm:spPr/>
      <dgm:t>
        <a:bodyPr/>
        <a:lstStyle/>
        <a:p>
          <a:endParaRPr lang="en-US"/>
        </a:p>
      </dgm:t>
    </dgm:pt>
    <dgm:pt modelId="{BB74FC7C-3F8D-46B2-8C1B-082A6A337EC9}" type="pres">
      <dgm:prSet presAssocID="{8D453B26-B331-4743-A8E1-A7EB0834B0CC}" presName="root" presStyleCnt="0">
        <dgm:presLayoutVars>
          <dgm:dir/>
          <dgm:resizeHandles val="exact"/>
        </dgm:presLayoutVars>
      </dgm:prSet>
      <dgm:spPr/>
    </dgm:pt>
    <dgm:pt modelId="{0D028059-5348-42E5-AB3F-04F5A1DEAD87}" type="pres">
      <dgm:prSet presAssocID="{C0431770-2170-47E8-A2E8-43B53DB26B07}" presName="compNode" presStyleCnt="0"/>
      <dgm:spPr/>
    </dgm:pt>
    <dgm:pt modelId="{A8BB27C7-8678-4A46-A24D-AD161C5BD70C}" type="pres">
      <dgm:prSet presAssocID="{C0431770-2170-47E8-A2E8-43B53DB26B0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624D9F37-F4A2-4687-B694-562CF7E2EBF1}" type="pres">
      <dgm:prSet presAssocID="{C0431770-2170-47E8-A2E8-43B53DB26B07}" presName="spaceRect" presStyleCnt="0"/>
      <dgm:spPr/>
    </dgm:pt>
    <dgm:pt modelId="{AFA03F6A-E6B1-4D78-9442-5CACCD90B033}" type="pres">
      <dgm:prSet presAssocID="{C0431770-2170-47E8-A2E8-43B53DB26B07}" presName="textRect" presStyleLbl="revTx" presStyleIdx="0" presStyleCnt="3">
        <dgm:presLayoutVars>
          <dgm:chMax val="1"/>
          <dgm:chPref val="1"/>
        </dgm:presLayoutVars>
      </dgm:prSet>
      <dgm:spPr/>
    </dgm:pt>
    <dgm:pt modelId="{E127F195-D285-4518-9679-32D6361552AC}" type="pres">
      <dgm:prSet presAssocID="{38C46C8C-25A4-4E4A-A088-BA3DA6FE31EC}" presName="sibTrans" presStyleCnt="0"/>
      <dgm:spPr/>
    </dgm:pt>
    <dgm:pt modelId="{72D9A668-B095-4C36-BEF2-9F915CD94654}" type="pres">
      <dgm:prSet presAssocID="{897D4319-1492-4DD7-B531-AFAB76D3313C}" presName="compNode" presStyleCnt="0"/>
      <dgm:spPr/>
    </dgm:pt>
    <dgm:pt modelId="{12E7EBC1-EA50-4F3E-B5F5-2D9F74AC6822}" type="pres">
      <dgm:prSet presAssocID="{897D4319-1492-4DD7-B531-AFAB76D3313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477B3F3-3413-434F-98BF-FEDC162459D5}" type="pres">
      <dgm:prSet presAssocID="{897D4319-1492-4DD7-B531-AFAB76D3313C}" presName="spaceRect" presStyleCnt="0"/>
      <dgm:spPr/>
    </dgm:pt>
    <dgm:pt modelId="{68AB1090-476C-498A-8139-3A9046357176}" type="pres">
      <dgm:prSet presAssocID="{897D4319-1492-4DD7-B531-AFAB76D3313C}" presName="textRect" presStyleLbl="revTx" presStyleIdx="1" presStyleCnt="3">
        <dgm:presLayoutVars>
          <dgm:chMax val="1"/>
          <dgm:chPref val="1"/>
        </dgm:presLayoutVars>
      </dgm:prSet>
      <dgm:spPr/>
    </dgm:pt>
    <dgm:pt modelId="{5EF23381-90CE-4202-92EB-A1DB16D977F9}" type="pres">
      <dgm:prSet presAssocID="{C379F178-90CF-4F67-B0B4-B12887460C5C}" presName="sibTrans" presStyleCnt="0"/>
      <dgm:spPr/>
    </dgm:pt>
    <dgm:pt modelId="{36DB2903-CB50-4C27-BB29-6130CC8BFF08}" type="pres">
      <dgm:prSet presAssocID="{3ADE13CB-FFB1-4309-8B93-7AA93A74AF2E}" presName="compNode" presStyleCnt="0"/>
      <dgm:spPr/>
    </dgm:pt>
    <dgm:pt modelId="{B5CF1A94-32BA-4BB5-979E-A38C23F78649}" type="pres">
      <dgm:prSet presAssocID="{3ADE13CB-FFB1-4309-8B93-7AA93A74AF2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2D72509C-CCFC-4CF5-AD03-4E9CCBBCBBFF}" type="pres">
      <dgm:prSet presAssocID="{3ADE13CB-FFB1-4309-8B93-7AA93A74AF2E}" presName="spaceRect" presStyleCnt="0"/>
      <dgm:spPr/>
    </dgm:pt>
    <dgm:pt modelId="{03FC28B4-9E61-4310-AC58-9205EFA5FBBB}" type="pres">
      <dgm:prSet presAssocID="{3ADE13CB-FFB1-4309-8B93-7AA93A74AF2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0B95F15-2B63-40B0-AAA3-FF0A1B3A491D}" srcId="{8D453B26-B331-4743-A8E1-A7EB0834B0CC}" destId="{3ADE13CB-FFB1-4309-8B93-7AA93A74AF2E}" srcOrd="2" destOrd="0" parTransId="{8A264FED-9D73-4DFE-AFA2-25B85C187FB1}" sibTransId="{E07670CE-0E65-4057-9146-BE39377BFD8C}"/>
    <dgm:cxn modelId="{F8AD481C-F278-428F-8F6B-0AD0E5618E2F}" type="presOf" srcId="{897D4319-1492-4DD7-B531-AFAB76D3313C}" destId="{68AB1090-476C-498A-8139-3A9046357176}" srcOrd="0" destOrd="0" presId="urn:microsoft.com/office/officeart/2018/2/layout/IconLabelList"/>
    <dgm:cxn modelId="{6A52591F-D86D-4CD3-BFA1-E908A994832B}" type="presOf" srcId="{8D453B26-B331-4743-A8E1-A7EB0834B0CC}" destId="{BB74FC7C-3F8D-46B2-8C1B-082A6A337EC9}" srcOrd="0" destOrd="0" presId="urn:microsoft.com/office/officeart/2018/2/layout/IconLabelList"/>
    <dgm:cxn modelId="{795E0027-7B7A-4304-9E1C-E03A4F2A0B09}" srcId="{8D453B26-B331-4743-A8E1-A7EB0834B0CC}" destId="{C0431770-2170-47E8-A2E8-43B53DB26B07}" srcOrd="0" destOrd="0" parTransId="{203D7A02-DCA6-452D-9496-6E9D3046DE95}" sibTransId="{38C46C8C-25A4-4E4A-A088-BA3DA6FE31EC}"/>
    <dgm:cxn modelId="{F509B73D-16D4-40FA-A231-83E73F028BD7}" type="presOf" srcId="{3ADE13CB-FFB1-4309-8B93-7AA93A74AF2E}" destId="{03FC28B4-9E61-4310-AC58-9205EFA5FBBB}" srcOrd="0" destOrd="0" presId="urn:microsoft.com/office/officeart/2018/2/layout/IconLabelList"/>
    <dgm:cxn modelId="{26A027DC-1EF6-46E2-8131-5B4AF8A0783F}" srcId="{8D453B26-B331-4743-A8E1-A7EB0834B0CC}" destId="{897D4319-1492-4DD7-B531-AFAB76D3313C}" srcOrd="1" destOrd="0" parTransId="{167F813C-EAAB-4975-8938-4C8F7A8136CA}" sibTransId="{C379F178-90CF-4F67-B0B4-B12887460C5C}"/>
    <dgm:cxn modelId="{447C43EE-7B6D-4B6B-93FD-CC4F70112B8A}" type="presOf" srcId="{C0431770-2170-47E8-A2E8-43B53DB26B07}" destId="{AFA03F6A-E6B1-4D78-9442-5CACCD90B033}" srcOrd="0" destOrd="0" presId="urn:microsoft.com/office/officeart/2018/2/layout/IconLabelList"/>
    <dgm:cxn modelId="{BBC1A9BD-028A-41DE-9E7B-C8C11CB564E7}" type="presParOf" srcId="{BB74FC7C-3F8D-46B2-8C1B-082A6A337EC9}" destId="{0D028059-5348-42E5-AB3F-04F5A1DEAD87}" srcOrd="0" destOrd="0" presId="urn:microsoft.com/office/officeart/2018/2/layout/IconLabelList"/>
    <dgm:cxn modelId="{5CFA9ACC-7810-4B85-9B4E-FBFE572EF6F8}" type="presParOf" srcId="{0D028059-5348-42E5-AB3F-04F5A1DEAD87}" destId="{A8BB27C7-8678-4A46-A24D-AD161C5BD70C}" srcOrd="0" destOrd="0" presId="urn:microsoft.com/office/officeart/2018/2/layout/IconLabelList"/>
    <dgm:cxn modelId="{90098600-9C05-4D88-9D82-A20140337F49}" type="presParOf" srcId="{0D028059-5348-42E5-AB3F-04F5A1DEAD87}" destId="{624D9F37-F4A2-4687-B694-562CF7E2EBF1}" srcOrd="1" destOrd="0" presId="urn:microsoft.com/office/officeart/2018/2/layout/IconLabelList"/>
    <dgm:cxn modelId="{18DB8490-9F3E-4F27-843F-A49B4740F821}" type="presParOf" srcId="{0D028059-5348-42E5-AB3F-04F5A1DEAD87}" destId="{AFA03F6A-E6B1-4D78-9442-5CACCD90B033}" srcOrd="2" destOrd="0" presId="urn:microsoft.com/office/officeart/2018/2/layout/IconLabelList"/>
    <dgm:cxn modelId="{6598C1AB-841D-4129-9D5A-CBC011099038}" type="presParOf" srcId="{BB74FC7C-3F8D-46B2-8C1B-082A6A337EC9}" destId="{E127F195-D285-4518-9679-32D6361552AC}" srcOrd="1" destOrd="0" presId="urn:microsoft.com/office/officeart/2018/2/layout/IconLabelList"/>
    <dgm:cxn modelId="{3417E087-7D59-44BE-A1C2-2332B2E8B0C7}" type="presParOf" srcId="{BB74FC7C-3F8D-46B2-8C1B-082A6A337EC9}" destId="{72D9A668-B095-4C36-BEF2-9F915CD94654}" srcOrd="2" destOrd="0" presId="urn:microsoft.com/office/officeart/2018/2/layout/IconLabelList"/>
    <dgm:cxn modelId="{F421C2B4-32EC-4218-B074-57D003CB6A54}" type="presParOf" srcId="{72D9A668-B095-4C36-BEF2-9F915CD94654}" destId="{12E7EBC1-EA50-4F3E-B5F5-2D9F74AC6822}" srcOrd="0" destOrd="0" presId="urn:microsoft.com/office/officeart/2018/2/layout/IconLabelList"/>
    <dgm:cxn modelId="{2AA530FB-7EDB-459F-9C6E-35C34477EB7E}" type="presParOf" srcId="{72D9A668-B095-4C36-BEF2-9F915CD94654}" destId="{7477B3F3-3413-434F-98BF-FEDC162459D5}" srcOrd="1" destOrd="0" presId="urn:microsoft.com/office/officeart/2018/2/layout/IconLabelList"/>
    <dgm:cxn modelId="{F6F1B4B0-ADFF-4A75-B77E-9EDC65232208}" type="presParOf" srcId="{72D9A668-B095-4C36-BEF2-9F915CD94654}" destId="{68AB1090-476C-498A-8139-3A9046357176}" srcOrd="2" destOrd="0" presId="urn:microsoft.com/office/officeart/2018/2/layout/IconLabelList"/>
    <dgm:cxn modelId="{478DFF6B-D456-4BC0-9F58-6F3B049DACA2}" type="presParOf" srcId="{BB74FC7C-3F8D-46B2-8C1B-082A6A337EC9}" destId="{5EF23381-90CE-4202-92EB-A1DB16D977F9}" srcOrd="3" destOrd="0" presId="urn:microsoft.com/office/officeart/2018/2/layout/IconLabelList"/>
    <dgm:cxn modelId="{A6E7F6F4-9113-4154-B789-0AA7EBA0325C}" type="presParOf" srcId="{BB74FC7C-3F8D-46B2-8C1B-082A6A337EC9}" destId="{36DB2903-CB50-4C27-BB29-6130CC8BFF08}" srcOrd="4" destOrd="0" presId="urn:microsoft.com/office/officeart/2018/2/layout/IconLabelList"/>
    <dgm:cxn modelId="{38CBE166-DDDE-4DD0-B532-748EE2D89A68}" type="presParOf" srcId="{36DB2903-CB50-4C27-BB29-6130CC8BFF08}" destId="{B5CF1A94-32BA-4BB5-979E-A38C23F78649}" srcOrd="0" destOrd="0" presId="urn:microsoft.com/office/officeart/2018/2/layout/IconLabelList"/>
    <dgm:cxn modelId="{65B721D7-0D35-4DD4-B7E0-6406087BD74D}" type="presParOf" srcId="{36DB2903-CB50-4C27-BB29-6130CC8BFF08}" destId="{2D72509C-CCFC-4CF5-AD03-4E9CCBBCBBFF}" srcOrd="1" destOrd="0" presId="urn:microsoft.com/office/officeart/2018/2/layout/IconLabelList"/>
    <dgm:cxn modelId="{BB91D224-CD40-46DA-9A61-7E90DA52BBC3}" type="presParOf" srcId="{36DB2903-CB50-4C27-BB29-6130CC8BFF08}" destId="{03FC28B4-9E61-4310-AC58-9205EFA5FBB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D3AFF3-D8D5-4A0E-9E77-775098FB7C52}">
      <dsp:nvSpPr>
        <dsp:cNvPr id="0" name=""/>
        <dsp:cNvSpPr/>
      </dsp:nvSpPr>
      <dsp:spPr>
        <a:xfrm>
          <a:off x="0" y="531"/>
          <a:ext cx="7886700" cy="12447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07FE8-11E7-4988-8593-95DCDCC3CE36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6D355-9ECC-4FAC-B1B2-934EBEE9D198}">
      <dsp:nvSpPr>
        <dsp:cNvPr id="0" name=""/>
        <dsp:cNvSpPr/>
      </dsp:nvSpPr>
      <dsp:spPr>
        <a:xfrm>
          <a:off x="1437631" y="531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Goal: Optimize how a UAV handles alarms under battery and energy limits.</a:t>
          </a:r>
        </a:p>
      </dsp:txBody>
      <dsp:txXfrm>
        <a:off x="1437631" y="531"/>
        <a:ext cx="6449068" cy="1244702"/>
      </dsp:txXfrm>
    </dsp:sp>
    <dsp:sp modelId="{185F44D8-2412-482F-896D-29F31FB53D1F}">
      <dsp:nvSpPr>
        <dsp:cNvPr id="0" name=""/>
        <dsp:cNvSpPr/>
      </dsp:nvSpPr>
      <dsp:spPr>
        <a:xfrm>
          <a:off x="0" y="1556410"/>
          <a:ext cx="7886700" cy="12447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C6BC6B-D4ED-4ADD-B61A-6DE3847ECF53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39006C-91B7-401B-9E83-C9F9A0052CB8}">
      <dsp:nvSpPr>
        <dsp:cNvPr id="0" name=""/>
        <dsp:cNvSpPr/>
      </dsp:nvSpPr>
      <dsp:spPr>
        <a:xfrm>
          <a:off x="1437631" y="1556410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System: UAV moves between L0, L1, L2 with a limited battery capacity.</a:t>
          </a:r>
        </a:p>
      </dsp:txBody>
      <dsp:txXfrm>
        <a:off x="1437631" y="1556410"/>
        <a:ext cx="6449068" cy="1244702"/>
      </dsp:txXfrm>
    </dsp:sp>
    <dsp:sp modelId="{4876CA92-6DA3-4B3C-807E-BCFEF25843D0}">
      <dsp:nvSpPr>
        <dsp:cNvPr id="0" name=""/>
        <dsp:cNvSpPr/>
      </dsp:nvSpPr>
      <dsp:spPr>
        <a:xfrm>
          <a:off x="0" y="3112821"/>
          <a:ext cx="7886700" cy="12447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B8DC69-AB60-4887-9CE8-899781B3A3AE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8429DC-9830-4887-A21C-08EA7F8BEDA5}">
      <dsp:nvSpPr>
        <dsp:cNvPr id="0" name=""/>
        <dsp:cNvSpPr/>
      </dsp:nvSpPr>
      <dsp:spPr>
        <a:xfrm>
          <a:off x="1437631" y="3112289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Method: Compares a learned decision policy with a Greedy baseline in two alarm scenarios.</a:t>
          </a:r>
        </a:p>
      </dsp:txBody>
      <dsp:txXfrm>
        <a:off x="1437631" y="3112289"/>
        <a:ext cx="6449068" cy="12447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BBC929-E8CE-4CA7-893A-2732B9ACF753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E0FF6E-934E-4E00-82A3-1B5FA23516CB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Clear and well-structured thesis.</a:t>
          </a:r>
        </a:p>
      </dsp:txBody>
      <dsp:txXfrm>
        <a:off x="25435" y="2276522"/>
        <a:ext cx="1800000" cy="720000"/>
      </dsp:txXfrm>
    </dsp:sp>
    <dsp:sp modelId="{9C857A06-5B71-4248-8FA5-AA90BEDA4902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965CA5-E797-4669-BB7F-7EBCDDC5F1A3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Good explanation of </a:t>
          </a:r>
          <a:r>
            <a:rPr lang="en-US" sz="1700" kern="1200" dirty="0" err="1"/>
            <a:t>AoMA</a:t>
          </a:r>
          <a:r>
            <a:rPr lang="en-US" sz="1700" kern="1200" dirty="0"/>
            <a:t> and system model.</a:t>
          </a:r>
        </a:p>
      </dsp:txBody>
      <dsp:txXfrm>
        <a:off x="2140435" y="2276522"/>
        <a:ext cx="1800000" cy="720000"/>
      </dsp:txXfrm>
    </dsp:sp>
    <dsp:sp modelId="{6BCACAA7-1ADC-4B79-AA10-C380B4153065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AA9058-4B13-4490-B4C1-F0EF82DA4E8A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Results are clearly presented.</a:t>
          </a:r>
        </a:p>
      </dsp:txBody>
      <dsp:txXfrm>
        <a:off x="4255435" y="2276522"/>
        <a:ext cx="1800000" cy="720000"/>
      </dsp:txXfrm>
    </dsp:sp>
    <dsp:sp modelId="{99747998-039A-4910-B0FC-6C0219F3E580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D069CB-C84A-4994-AF0F-D70F23EAF9B2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Writing is easy to understand.</a:t>
          </a:r>
        </a:p>
      </dsp:txBody>
      <dsp:txXfrm>
        <a:off x="6370435" y="2276522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BB27C7-8678-4A46-A24D-AD161C5BD70C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A03F6A-E6B1-4D78-9442-5CACCD90B033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Some figures lack interpretation below them.</a:t>
          </a:r>
        </a:p>
      </dsp:txBody>
      <dsp:txXfrm>
        <a:off x="78583" y="2435142"/>
        <a:ext cx="2399612" cy="720000"/>
      </dsp:txXfrm>
    </dsp:sp>
    <dsp:sp modelId="{12E7EBC1-EA50-4F3E-B5F5-2D9F74AC6822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AB1090-476C-498A-8139-3A9046357176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Plots appear stacked without explanation.</a:t>
          </a:r>
        </a:p>
      </dsp:txBody>
      <dsp:txXfrm>
        <a:off x="2898129" y="2435142"/>
        <a:ext cx="2399612" cy="720000"/>
      </dsp:txXfrm>
    </dsp:sp>
    <dsp:sp modelId="{B5CF1A94-32BA-4BB5-979E-A38C23F78649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FC28B4-9E61-4310-AC58-9205EFA5FBBB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Minor readability improvements possible.</a:t>
          </a:r>
        </a:p>
      </dsp:txBody>
      <dsp:txXfrm>
        <a:off x="5717674" y="2435142"/>
        <a:ext cx="23996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7ADA2-9F51-7E46-AB1B-F1B2BD60E257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FB45E-0C34-CD4C-B17A-8A154190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93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FB45E-0C34-CD4C-B17A-8A15419068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52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E268F-7D17-ED5C-77B6-8E74258EB6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Opposition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BA367-8B4B-253E-EC0F-11E5D17E38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7"/>
            <a:ext cx="6858000" cy="168557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dirty="0"/>
              <a:t>Thesis Title:</a:t>
            </a:r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dirty="0" err="1"/>
              <a:t>AoMA</a:t>
            </a:r>
            <a:r>
              <a:rPr lang="en-US" dirty="0"/>
              <a:t>-Optimized Scheduling for Energy-Constrained UAV Communication</a:t>
            </a:r>
          </a:p>
          <a:p>
            <a:pPr indent="-228600" defTabSz="914400"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dirty="0"/>
              <a:t>Author (Respondent): Yi Zhou</a:t>
            </a:r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dirty="0"/>
              <a:t>Opponent: Soulaimene Jaoua</a:t>
            </a:r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dirty="0"/>
              <a:t>Date: 2 December 2025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BF4C5-0775-1E28-65D1-975A1E6B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6F477-7F64-4FEA-DED4-6CCD964CF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ED883-1C66-7680-E5C8-8A8D9F007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70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A76DE-2885-EEC0-A8AC-EAA2A1CFE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A2D16-FFA4-B3F3-84C2-8A226759B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7151D-6E94-BD40-C32F-9F6091584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27B49-4261-F8C6-7244-2FD4737A7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A15E8-60C3-C09F-A13C-2C7C5165D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575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ADB9B-9BC4-7712-F9E6-232F8A939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1D557-698B-E41B-3B1C-96685F546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303FB-B57D-1433-02EF-1F91DCE85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AFAEF-7A13-0C87-E78A-67E5DFB47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D27EC-BE72-B252-A9E9-705CF11B9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8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F41BD-7963-802C-990D-8B20967D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2DA5D-61AD-7CA4-BFC4-04B0ED9BC9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C5F65-52F5-859E-54DD-D6A2C71EA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091AD-D66E-BFFF-A2CD-8FC1FB12C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CFB59-FC5E-151F-961C-5B537AECE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57469-F300-DBDE-37B1-26286B502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729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6ACB1-33D3-A941-BBB2-BBF95E76B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83465-5F28-D918-838D-D1B40849B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EF9A8A-1BBB-BFA3-5FA4-B0224AB2F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C80211-2CA4-2051-D70C-C4F13F844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7A6E3C-AB20-8EE9-C830-D7A37C5EF4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AC70C-ADDC-2CEA-D8B7-9E78B4A4D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43ADCD-682F-0FB7-8875-8D4BD772C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018BA0-429C-7EF3-F6C3-BC5A0698E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24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C09C7-10D9-C6CD-864A-636F33B43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0C0BF3-4760-FDCA-40A9-F22470704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39D76E-AB7A-DA12-2DE7-DA589F639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B576F2-3B6F-4DE3-B505-A64D48245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485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84BDE5-A936-7B3E-8FEE-DA5F15BE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035F1-DF77-EC55-76F2-A78A8E4D4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84146-C834-FCA0-27FD-4EB2B7AFA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09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B6401-7672-6F66-C3A1-91B45851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D031D-3B41-BA81-E747-D0891FBB3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AF2DC-10ED-81EE-2B5C-40ABC3A75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D702C-7E16-DCB2-5AE1-C8E686286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DA2DF-BB99-2620-E180-CBE06F5D5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9162A-5441-CD31-91EC-6A1AD08C6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854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3B053-4755-10AE-C2F8-05408E881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85027C-3EE5-037D-B542-302A5B1A39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14391-86E1-1281-12A6-CEF0F6AAE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9DFBD-3466-C9E1-0F3C-8609BF660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C5B0D-9934-7746-97C3-07EAF181D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8C74C8-8DCD-0C0B-B7D0-30225D8C4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412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3BFA7-1031-B090-03D3-B0E0A6790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6DBA0-5BB0-CB51-DA55-B45697047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A4722-B968-4F42-E48E-FCD137585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7B46D-C2B5-4FDD-9A3A-25045FA0D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85624-8363-2A48-D91A-C2CA7125A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35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C431BB-A6C1-AC34-CA5F-2A8817BB6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8DAEC3-9432-8875-8E1E-667957EAE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AE501-13CB-5BBB-CE87-D2512F3E4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90384-8E70-D155-70A4-1C52CE490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C3B9E-00A5-D3D0-70B4-4DB2A940B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003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D02AEB-1E2E-67F2-297B-8ED45B18F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5D282-7B07-BB0D-9453-FFB29A656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55C16-9402-3EFE-9338-C1BD396CFA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2AA8E-F5D2-43B1-2EBB-4AE1B5CA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44223-15F1-A7A9-6408-AC39C8D4A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656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90722" y="329184"/>
            <a:ext cx="5170932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/>
            <a:r>
              <a:rPr lang="en-US" sz="4700" dirty="0"/>
              <a:t>Opposition Presentation</a:t>
            </a:r>
          </a:p>
        </p:txBody>
      </p:sp>
      <p:pic>
        <p:nvPicPr>
          <p:cNvPr id="23" name="Picture 22" descr="One in a crowd">
            <a:extLst>
              <a:ext uri="{FF2B5EF4-FFF2-40B4-BE49-F238E27FC236}">
                <a16:creationId xmlns:a16="http://schemas.microsoft.com/office/drawing/2014/main" id="{28B3E7EA-4147-4FFE-98AB-107E6E3BE8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476" r="29285"/>
          <a:stretch>
            <a:fillRect/>
          </a:stretch>
        </p:blipFill>
        <p:spPr>
          <a:xfrm>
            <a:off x="20" y="1"/>
            <a:ext cx="3039386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9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722" y="2395728"/>
            <a:ext cx="3182691" cy="18288"/>
          </a:xfrm>
          <a:custGeom>
            <a:avLst/>
            <a:gdLst>
              <a:gd name="connsiteX0" fmla="*/ 0 w 3182691"/>
              <a:gd name="connsiteY0" fmla="*/ 0 h 18288"/>
              <a:gd name="connsiteX1" fmla="*/ 636538 w 3182691"/>
              <a:gd name="connsiteY1" fmla="*/ 0 h 18288"/>
              <a:gd name="connsiteX2" fmla="*/ 1273076 w 3182691"/>
              <a:gd name="connsiteY2" fmla="*/ 0 h 18288"/>
              <a:gd name="connsiteX3" fmla="*/ 1909615 w 3182691"/>
              <a:gd name="connsiteY3" fmla="*/ 0 h 18288"/>
              <a:gd name="connsiteX4" fmla="*/ 2482499 w 3182691"/>
              <a:gd name="connsiteY4" fmla="*/ 0 h 18288"/>
              <a:gd name="connsiteX5" fmla="*/ 3182691 w 3182691"/>
              <a:gd name="connsiteY5" fmla="*/ 0 h 18288"/>
              <a:gd name="connsiteX6" fmla="*/ 3182691 w 3182691"/>
              <a:gd name="connsiteY6" fmla="*/ 18288 h 18288"/>
              <a:gd name="connsiteX7" fmla="*/ 2609807 w 3182691"/>
              <a:gd name="connsiteY7" fmla="*/ 18288 h 18288"/>
              <a:gd name="connsiteX8" fmla="*/ 2068749 w 3182691"/>
              <a:gd name="connsiteY8" fmla="*/ 18288 h 18288"/>
              <a:gd name="connsiteX9" fmla="*/ 1432211 w 3182691"/>
              <a:gd name="connsiteY9" fmla="*/ 18288 h 18288"/>
              <a:gd name="connsiteX10" fmla="*/ 859327 w 3182691"/>
              <a:gd name="connsiteY10" fmla="*/ 18288 h 18288"/>
              <a:gd name="connsiteX11" fmla="*/ 0 w 3182691"/>
              <a:gd name="connsiteY11" fmla="*/ 18288 h 18288"/>
              <a:gd name="connsiteX12" fmla="*/ 0 w 3182691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1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13406" y="3458"/>
                  <a:pt x="1273076" y="0"/>
                </a:cubicBezTo>
                <a:cubicBezTo>
                  <a:pt x="1532746" y="-3458"/>
                  <a:pt x="1697408" y="-16840"/>
                  <a:pt x="1909615" y="0"/>
                </a:cubicBezTo>
                <a:cubicBezTo>
                  <a:pt x="2121822" y="16840"/>
                  <a:pt x="2213494" y="-18555"/>
                  <a:pt x="2482499" y="0"/>
                </a:cubicBezTo>
                <a:cubicBezTo>
                  <a:pt x="2751504" y="18555"/>
                  <a:pt x="3004132" y="-28750"/>
                  <a:pt x="3182691" y="0"/>
                </a:cubicBezTo>
                <a:cubicBezTo>
                  <a:pt x="3183133" y="4516"/>
                  <a:pt x="3181864" y="12266"/>
                  <a:pt x="3182691" y="18288"/>
                </a:cubicBezTo>
                <a:cubicBezTo>
                  <a:pt x="2947041" y="16687"/>
                  <a:pt x="2875741" y="22937"/>
                  <a:pt x="2609807" y="18288"/>
                </a:cubicBezTo>
                <a:cubicBezTo>
                  <a:pt x="2343873" y="13639"/>
                  <a:pt x="2331203" y="31729"/>
                  <a:pt x="2068749" y="18288"/>
                </a:cubicBezTo>
                <a:cubicBezTo>
                  <a:pt x="1806295" y="4847"/>
                  <a:pt x="1713773" y="47088"/>
                  <a:pt x="1432211" y="18288"/>
                </a:cubicBezTo>
                <a:cubicBezTo>
                  <a:pt x="1150649" y="-10512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1" h="18288" stroke="0" extrusionOk="0">
                <a:moveTo>
                  <a:pt x="0" y="0"/>
                </a:moveTo>
                <a:cubicBezTo>
                  <a:pt x="247695" y="-19360"/>
                  <a:pt x="392581" y="-28596"/>
                  <a:pt x="572884" y="0"/>
                </a:cubicBezTo>
                <a:cubicBezTo>
                  <a:pt x="753187" y="28596"/>
                  <a:pt x="922042" y="4121"/>
                  <a:pt x="1113942" y="0"/>
                </a:cubicBezTo>
                <a:cubicBezTo>
                  <a:pt x="1305842" y="-4121"/>
                  <a:pt x="1501806" y="28092"/>
                  <a:pt x="1686826" y="0"/>
                </a:cubicBezTo>
                <a:cubicBezTo>
                  <a:pt x="1871846" y="-28092"/>
                  <a:pt x="2170181" y="-20672"/>
                  <a:pt x="2323364" y="0"/>
                </a:cubicBezTo>
                <a:cubicBezTo>
                  <a:pt x="2476547" y="20672"/>
                  <a:pt x="2919163" y="6097"/>
                  <a:pt x="3182691" y="0"/>
                </a:cubicBezTo>
                <a:cubicBezTo>
                  <a:pt x="3183268" y="4624"/>
                  <a:pt x="3183510" y="11191"/>
                  <a:pt x="3182691" y="18288"/>
                </a:cubicBezTo>
                <a:cubicBezTo>
                  <a:pt x="3026064" y="-10849"/>
                  <a:pt x="2775005" y="23067"/>
                  <a:pt x="2546153" y="18288"/>
                </a:cubicBezTo>
                <a:cubicBezTo>
                  <a:pt x="2317301" y="13509"/>
                  <a:pt x="2164351" y="-9884"/>
                  <a:pt x="1845961" y="18288"/>
                </a:cubicBezTo>
                <a:cubicBezTo>
                  <a:pt x="1527571" y="46460"/>
                  <a:pt x="1455006" y="5824"/>
                  <a:pt x="1304903" y="18288"/>
                </a:cubicBezTo>
                <a:cubicBezTo>
                  <a:pt x="1154800" y="30752"/>
                  <a:pt x="942107" y="-12056"/>
                  <a:pt x="604711" y="18288"/>
                </a:cubicBezTo>
                <a:cubicBezTo>
                  <a:pt x="267315" y="48632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90722" y="2706624"/>
            <a:ext cx="5170932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 defTabSz="914400">
              <a:buFont typeface="Arial" panose="020B0604020202020204" pitchFamily="34" charset="0"/>
              <a:buChar char="•"/>
            </a:pPr>
            <a:r>
              <a:rPr lang="en-US" sz="1900" dirty="0"/>
              <a:t>Thesis Title: Age of Missed Alarm Optimization for Energy-Constrained UAV Communication systems in  Remote </a:t>
            </a:r>
            <a:r>
              <a:rPr lang="en-US" sz="1900"/>
              <a:t>Surveillance </a:t>
            </a:r>
          </a:p>
          <a:p>
            <a:pPr indent="-228600" algn="l" defTabSz="914400">
              <a:buFont typeface="Arial" panose="020B0604020202020204" pitchFamily="34" charset="0"/>
              <a:buChar char="•"/>
            </a:pPr>
            <a:r>
              <a:rPr lang="en-US" sz="1900"/>
              <a:t>Respondent</a:t>
            </a:r>
            <a:r>
              <a:rPr lang="en-US" sz="1900" dirty="0"/>
              <a:t>: Yi Zhou</a:t>
            </a:r>
          </a:p>
          <a:p>
            <a:pPr indent="-228600" algn="l" defTabSz="914400">
              <a:buFont typeface="Arial" panose="020B0604020202020204" pitchFamily="34" charset="0"/>
              <a:buChar char="•"/>
            </a:pPr>
            <a:r>
              <a:rPr lang="en-US" sz="1900" dirty="0"/>
              <a:t>Opponent: Soulaimene Jaoua</a:t>
            </a:r>
          </a:p>
          <a:p>
            <a:pPr indent="-228600" algn="l" defTabSz="914400">
              <a:buFont typeface="Arial" panose="020B0604020202020204" pitchFamily="34" charset="0"/>
              <a:buChar char="•"/>
            </a:pPr>
            <a:r>
              <a:rPr lang="en-US" sz="1900" dirty="0"/>
              <a:t>Date: 1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Thesis Summary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148AC4-5054-BC37-5361-7C137F4C89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3365311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Strengths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5966D3A2-5C1F-0935-C9A1-F9053EF625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390783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Weaknesses (Minor)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04AE0E-C5CE-D391-65BB-3C734811F3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780829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BAB792-A7E1-B6CE-8583-172F3BB3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Opposition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B5868-08F6-75FE-A13B-CDDB76275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 dirty="0"/>
              <a:t> In your Introduction, you explain why UAVs are useful for remote surveillance. Could you explain in simple words why UAVs are more suitable than static sensors in such environments?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98566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Opposition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 dirty="0"/>
              <a:t>Early in the thesis, you introduce the </a:t>
            </a:r>
            <a:r>
              <a:rPr lang="en-US" sz="1700" dirty="0" err="1"/>
              <a:t>AoMA</a:t>
            </a:r>
            <a:r>
              <a:rPr lang="en-US" sz="1700" dirty="0"/>
              <a:t> metric. Can you explain in simple terms what </a:t>
            </a:r>
            <a:r>
              <a:rPr lang="en-US" sz="1700" dirty="0" err="1"/>
              <a:t>AoMA</a:t>
            </a:r>
            <a:r>
              <a:rPr lang="en-US" sz="1700" dirty="0"/>
              <a:t> measures and why it is important for this problem?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Opposition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 dirty="0"/>
              <a:t>In the Research Questions section, you outline the goals of the thesis. Which research question did you find the most challenging to address, and why?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Opposition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 dirty="0"/>
              <a:t>In the System Model chapter, you present the three locations: L0, L1, and L2. Why did you decide to work with exactly two alarm locations in your study?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Opposition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 dirty="0"/>
              <a:t>In the Method section, you describe the UAV’s possible actions. Which action (flying to L1, flying to L2, or recharging) turned out to be the most important in your final policy?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Opposition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 dirty="0"/>
              <a:t>In the Battery Model part of your method, you use a simplified battery consumption model. Do you think this simplification has a large impact on your results?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Opposition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 dirty="0"/>
              <a:t>In your Results chapter, you compare the greedy policy with reinforcement learning. In your opinion, what is the main reason why the greedy method performs worse?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Opposition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 dirty="0"/>
              <a:t>In the scenario with more frequent alarms, the UAV tends to reach low battery more often. Why do you think this behavior occurred in that scenario?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Opposition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 dirty="0"/>
              <a:t>In your Discussion or Conclusion, you mention the contributions of your work. Which contribution do you personally feel is the most important?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Opposition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 dirty="0"/>
              <a:t>You mention several limitations near the end of the thesis. If you had more time, which limitation would you work on improving first?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Meiryo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682" y="1346268"/>
            <a:ext cx="3956145" cy="30667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 for listening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239536" y="0"/>
            <a:ext cx="3904464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15110" y="0"/>
            <a:ext cx="1897292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069118" y="0"/>
            <a:ext cx="1902326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7" name="Content Placeholder 6" descr="Chat">
            <a:extLst>
              <a:ext uri="{FF2B5EF4-FFF2-40B4-BE49-F238E27FC236}">
                <a16:creationId xmlns:a16="http://schemas.microsoft.com/office/drawing/2014/main" id="{711A7A6D-82E2-402B-CAD3-A5C826372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7008" y="2154718"/>
            <a:ext cx="2548564" cy="25485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1172</TotalTime>
  <Words>454</Words>
  <Application>Microsoft Macintosh PowerPoint</Application>
  <PresentationFormat>On-screen Show (4:3)</PresentationFormat>
  <Paragraphs>40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Meiryo</vt:lpstr>
      <vt:lpstr>Aptos</vt:lpstr>
      <vt:lpstr>Aptos Display</vt:lpstr>
      <vt:lpstr>Arial</vt:lpstr>
      <vt:lpstr>Calibri</vt:lpstr>
      <vt:lpstr>Office Theme</vt:lpstr>
      <vt:lpstr>Opposition Presentation</vt:lpstr>
      <vt:lpstr>Thesis Summary</vt:lpstr>
      <vt:lpstr>Strengths</vt:lpstr>
      <vt:lpstr>Weaknesses (Minor)</vt:lpstr>
      <vt:lpstr>Opposition Question</vt:lpstr>
      <vt:lpstr>Opposition Question</vt:lpstr>
      <vt:lpstr>Opposition Question</vt:lpstr>
      <vt:lpstr>Opposition Question</vt:lpstr>
      <vt:lpstr>Opposition Question</vt:lpstr>
      <vt:lpstr>Opposition Question</vt:lpstr>
      <vt:lpstr>Opposition Question</vt:lpstr>
      <vt:lpstr>Opposition Question</vt:lpstr>
      <vt:lpstr>Opposition Question</vt:lpstr>
      <vt:lpstr>Opposition Question</vt:lpstr>
      <vt:lpstr>Thank You for listening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Opposition Presentation</dc:title>
  <dc:subject/>
  <dc:creator/>
  <cp:keywords/>
  <dc:description>generated using python-pptx</dc:description>
  <cp:lastModifiedBy>Soulaimene Jaoua</cp:lastModifiedBy>
  <cp:revision>4</cp:revision>
  <dcterms:created xsi:type="dcterms:W3CDTF">2013-01-27T09:14:16Z</dcterms:created>
  <dcterms:modified xsi:type="dcterms:W3CDTF">2025-12-01T10:15:11Z</dcterms:modified>
  <cp:category/>
</cp:coreProperties>
</file>