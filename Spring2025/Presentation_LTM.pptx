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47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266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958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78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16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2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65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6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9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33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11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1219200"/>
            <a:ext cx="5618515" cy="2124530"/>
          </a:xfrm>
        </p:spPr>
        <p:txBody>
          <a:bodyPr>
            <a:normAutofit fontScale="90000"/>
          </a:bodyPr>
          <a:lstStyle/>
          <a:p>
            <a:r>
              <a:rPr dirty="0"/>
              <a:t>Layer1/Layer 2 Triggered Mobility (LTM) and ML in 5G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dirty="0"/>
              <a:t>Soulaimene Jaoua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Defined in 3GPP Release 18</a:t>
            </a:r>
          </a:p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Uses L1/L2 signals for faster handovers</a:t>
            </a:r>
            <a:endParaRPr lang="sv-SE" dirty="0"/>
          </a:p>
          <a:p>
            <a:pPr marL="0" indent="0">
              <a:buNone/>
            </a:pPr>
            <a:r>
              <a:rPr lang="en-TN" dirty="0"/>
              <a:t>    </a:t>
            </a:r>
            <a:r>
              <a:rPr dirty="0"/>
              <a:t>• Reduces latency and interruption time</a:t>
            </a:r>
          </a:p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Initially supports intra-CU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Enhancements in 3GPP Release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Expansion to inter-CU handovers</a:t>
            </a:r>
            <a:endParaRPr lang="sv-SE" dirty="0"/>
          </a:p>
          <a:p>
            <a:pPr marL="0" indent="0">
              <a:buNone/>
            </a:pPr>
            <a:r>
              <a:rPr lang="en-TN" dirty="0"/>
              <a:t>    </a:t>
            </a:r>
            <a:r>
              <a:rPr dirty="0"/>
              <a:t>• Event-triggered L1 measurement reporting</a:t>
            </a:r>
          </a:p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CSI-RS measurements integration</a:t>
            </a:r>
          </a:p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Conditional LTM for robustness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Machine Learning in R</a:t>
            </a:r>
            <a:r>
              <a:rPr lang="sv-SE" dirty="0"/>
              <a:t>RM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     </a:t>
            </a:r>
            <a:r>
              <a:rPr dirty="0"/>
              <a:t>•</a:t>
            </a:r>
            <a:r>
              <a:rPr lang="sv-SE" dirty="0"/>
              <a:t> It a</a:t>
            </a:r>
            <a:r>
              <a:rPr dirty="0" err="1"/>
              <a:t>ddresses</a:t>
            </a:r>
            <a:r>
              <a:rPr dirty="0"/>
              <a:t> complexity in resource allocation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dirty="0"/>
              <a:t>• </a:t>
            </a:r>
            <a:r>
              <a:rPr lang="sv-SE" dirty="0"/>
              <a:t>It o</a:t>
            </a:r>
            <a:r>
              <a:rPr dirty="0" err="1"/>
              <a:t>ptimizes</a:t>
            </a:r>
            <a:r>
              <a:rPr dirty="0"/>
              <a:t> throughput, latency, energy efficiency</a:t>
            </a:r>
          </a:p>
          <a:p>
            <a:pPr marL="0" indent="0">
              <a:buNone/>
            </a:pPr>
            <a:r>
              <a:rPr lang="sv-SE" dirty="0"/>
              <a:t>     </a:t>
            </a:r>
            <a:r>
              <a:rPr dirty="0"/>
              <a:t>• </a:t>
            </a:r>
            <a:r>
              <a:rPr lang="sv-SE" dirty="0"/>
              <a:t>It e</a:t>
            </a:r>
            <a:r>
              <a:rPr dirty="0" err="1"/>
              <a:t>nables</a:t>
            </a:r>
            <a:r>
              <a:rPr dirty="0"/>
              <a:t> real-time network adaptation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Techniques for RRM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Supervised Learning (throughput prediction)</a:t>
            </a:r>
          </a:p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Unsupervised Learning (clustering)</a:t>
            </a:r>
          </a:p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Reinforcement Learning (dynamic allocation)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Improved network performance and robustness</a:t>
            </a:r>
          </a:p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Critical for B5G and 6G scenarios</a:t>
            </a:r>
          </a:p>
          <a:p>
            <a:pPr marL="0" indent="0">
              <a:buNone/>
            </a:pPr>
            <a:r>
              <a:rPr lang="sv-SE" dirty="0"/>
              <a:t>    </a:t>
            </a:r>
            <a:r>
              <a:rPr dirty="0"/>
              <a:t>• Essential for commercial deployments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• Continuous evolution with standards progression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169</Words>
  <Application>Microsoft Macintosh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Layer1/Layer 2 Triggered Mobility (LTM) and ML in 5G Networks</vt:lpstr>
      <vt:lpstr>Introduction to LTM</vt:lpstr>
      <vt:lpstr>Enhancements in 3GPP Release 19</vt:lpstr>
      <vt:lpstr>Machine Learning in RRM</vt:lpstr>
      <vt:lpstr>ML Techniques for RRM</vt:lpstr>
      <vt:lpstr>Benefits and Future Directions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Layer1/Layer 2 Triggered Mobility (LTM) and ML in 5G Networks</dc:title>
  <dc:subject/>
  <dc:creator/>
  <cp:keywords/>
  <dc:description>generated using python-pptx</dc:description>
  <cp:lastModifiedBy>Soulaimene Jaoua</cp:lastModifiedBy>
  <cp:revision>3</cp:revision>
  <dcterms:created xsi:type="dcterms:W3CDTF">2013-01-27T09:14:16Z</dcterms:created>
  <dcterms:modified xsi:type="dcterms:W3CDTF">2025-03-12T13:17:18Z</dcterms:modified>
  <cp:category/>
</cp:coreProperties>
</file>