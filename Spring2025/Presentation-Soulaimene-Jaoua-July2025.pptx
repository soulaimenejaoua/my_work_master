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theme/themeOverride1.xml" ContentType="application/vnd.openxmlformats-officedocument.themeOverr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2"/>
  </p:sldMasterIdLst>
  <p:notesMasterIdLst>
    <p:notesMasterId r:id="rId58"/>
  </p:notesMasterIdLst>
  <p:handoutMasterIdLst>
    <p:handoutMasterId r:id="rId59"/>
  </p:handoutMasterIdLst>
  <p:sldIdLst>
    <p:sldId id="283" r:id="rId13"/>
    <p:sldId id="284" r:id="rId14"/>
    <p:sldId id="285" r:id="rId15"/>
    <p:sldId id="286" r:id="rId16"/>
    <p:sldId id="287" r:id="rId17"/>
    <p:sldId id="312" r:id="rId18"/>
    <p:sldId id="301" r:id="rId19"/>
    <p:sldId id="310" r:id="rId20"/>
    <p:sldId id="292" r:id="rId21"/>
    <p:sldId id="334" r:id="rId22"/>
    <p:sldId id="314" r:id="rId23"/>
    <p:sldId id="315" r:id="rId24"/>
    <p:sldId id="316" r:id="rId25"/>
    <p:sldId id="332" r:id="rId26"/>
    <p:sldId id="322" r:id="rId27"/>
    <p:sldId id="323" r:id="rId28"/>
    <p:sldId id="326" r:id="rId29"/>
    <p:sldId id="330" r:id="rId30"/>
    <p:sldId id="324" r:id="rId31"/>
    <p:sldId id="321" r:id="rId32"/>
    <p:sldId id="335" r:id="rId33"/>
    <p:sldId id="336" r:id="rId34"/>
    <p:sldId id="338" r:id="rId35"/>
    <p:sldId id="340" r:id="rId36"/>
    <p:sldId id="342" r:id="rId37"/>
    <p:sldId id="344" r:id="rId38"/>
    <p:sldId id="346" r:id="rId39"/>
    <p:sldId id="348" r:id="rId40"/>
    <p:sldId id="350" r:id="rId41"/>
    <p:sldId id="354" r:id="rId42"/>
    <p:sldId id="352" r:id="rId43"/>
    <p:sldId id="356" r:id="rId44"/>
    <p:sldId id="357" r:id="rId45"/>
    <p:sldId id="359" r:id="rId46"/>
    <p:sldId id="361" r:id="rId47"/>
    <p:sldId id="363" r:id="rId48"/>
    <p:sldId id="365" r:id="rId49"/>
    <p:sldId id="367" r:id="rId50"/>
    <p:sldId id="369" r:id="rId51"/>
    <p:sldId id="371" r:id="rId52"/>
    <p:sldId id="375" r:id="rId53"/>
    <p:sldId id="373" r:id="rId54"/>
    <p:sldId id="377" r:id="rId55"/>
    <p:sldId id="378" r:id="rId56"/>
    <p:sldId id="261" r:id="rId57"/>
  </p:sldIdLst>
  <p:sldSz cx="12192000" cy="6858000"/>
  <p:notesSz cx="6858000" cy="9144000"/>
  <p:embeddedFontLst>
    <p:embeddedFont>
      <p:font typeface="Ericsson Hilda" pitchFamily="2" charset="0"/>
      <p:regular r:id="rId60"/>
      <p:bold r:id="rId61"/>
      <p:italic r:id="rId62"/>
      <p:boldItalic r:id="rId63"/>
    </p:embeddedFont>
    <p:embeddedFont>
      <p:font typeface="Ericsson Hilda ExtraBold" pitchFamily="2" charset="0"/>
      <p:bold r:id="rId64"/>
    </p:embeddedFont>
    <p:embeddedFont>
      <p:font typeface="Ericsson Hilda ExtraLight" pitchFamily="2" charset="0"/>
      <p:regular r:id="rId65"/>
    </p:embeddedFont>
    <p:embeddedFont>
      <p:font typeface="Ericsson Hilda Light" pitchFamily="2" charset="0"/>
      <p:regular r:id="rId66"/>
      <p:italic r:id="rId67"/>
    </p:embeddedFont>
    <p:embeddedFont>
      <p:font typeface="Ericsson Technical Icons" pitchFamily="2" charset="0"/>
      <p:regular r:id="rId68"/>
      <p:bold r:id="rId69"/>
      <p:italic r:id="rId70"/>
      <p:boldItalic r:id="rId71"/>
    </p:embeddedFont>
  </p:embeddedFontLst>
  <p:defaultTextStyle>
    <a:defPPr>
      <a:defRPr lang="en-US"/>
    </a:def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DF63718-6E4A-9125-BCF5-28EE13B71193}" name="Sahar Imtiaz" initials="SI" userId="S::sahar.imtiaz@ericsson.com::e84db5a9-078d-4dba-9b6a-e0ab5a351007" providerId="AD"/>
  <p188:author id="{64948B3C-D889-E773-D1BF-3F0AE80BC618}" name="Fabian De Laval" initials="FL" userId="S::fabian.de.laval@ericsson.com::58cb5a42-5298-4683-8579-e81bf161df68" providerId="AD"/>
  <p188:author id="{B6C7DF53-1F9A-1C9C-AEA6-8375ED823D91}" name="Sadaf Ul Zuhra" initials="SZ" userId="S::sadaf.ul.zuhra@ericsson.com::7a24fad1-8f67-4e5d-ae7e-808b1ef76fea" providerId="AD"/>
  <p188:author id="{B8F95D8A-5BFF-9522-E1ED-3FD7895C5F92}" name="Soulaimene Jaoua" initials="SJ" userId="S::soulaimene.jaoua@ericsson.com::c10eb1f6-06e6-422e-b866-132360522814" providerId="AD"/>
  <p188:author id="{BBE3DDCE-7DCE-0DA3-3DFB-530B007358BE}" name="Rida Khan" initials="RK" userId="S::rida.khan@ericsson.com::0d63760f-2bea-4b68-b7c2-698db3c46ede" providerId="AD"/>
  <p188:author id="{FE5BD5D0-7E18-A1C7-A028-936E7C23207C}" name="Iago Diogenes Do Rego" initials="ID" userId="S::iago.diogenes.do.rego@ericsson.com::7e26ebb2-d7cc-4be6-bd4a-b2800cd91476" providerId="AD"/>
  <p188:author id="{0E70B6F0-66AD-CD13-1DC3-3BDA98DCA676}" name="Antti Ratilainen" initials="AR" userId="S::antti.ratilainen@ericsson.com::9af47e32-aae3-4497-8931-44755b2b3c1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CDB165-EDE1-45E1-80D7-188617E1A52C}" v="480" dt="2025-07-20T01:56:54.219"/>
    <p1510:client id="{45F0B53B-E7BE-89AB-AB07-1A3B69BDFE15}" v="181" dt="2025-07-18T09:09:42.307"/>
    <p1510:client id="{8F5D0C98-4BDC-0820-73FD-B14F22E2E880}" v="1460" dt="2025-07-18T12:28:41.458"/>
    <p1510:client id="{C1A857B4-CDF1-4F53-84BB-1654628A3D69}" v="158" dt="2025-07-18T15:48:03.807"/>
    <p1510:client id="{E6546CF6-9B07-BB64-960C-770F0874568A}" v="7" dt="2025-07-18T08:44:10.5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4.xml"/><Relationship Id="rId21" Type="http://schemas.openxmlformats.org/officeDocument/2006/relationships/slide" Target="slides/slide9.xml"/><Relationship Id="rId42" Type="http://schemas.openxmlformats.org/officeDocument/2006/relationships/slide" Target="slides/slide30.xml"/><Relationship Id="rId47" Type="http://schemas.openxmlformats.org/officeDocument/2006/relationships/slide" Target="slides/slide35.xml"/><Relationship Id="rId63" Type="http://schemas.openxmlformats.org/officeDocument/2006/relationships/font" Target="fonts/font4.fntdata"/><Relationship Id="rId68" Type="http://schemas.openxmlformats.org/officeDocument/2006/relationships/font" Target="fonts/font9.fntdata"/><Relationship Id="rId16" Type="http://schemas.openxmlformats.org/officeDocument/2006/relationships/slide" Target="slides/slide4.xml"/><Relationship Id="rId11" Type="http://schemas.openxmlformats.org/officeDocument/2006/relationships/customXml" Target="../customXml/item11.xml"/><Relationship Id="rId24" Type="http://schemas.openxmlformats.org/officeDocument/2006/relationships/slide" Target="slides/slide12.xml"/><Relationship Id="rId32" Type="http://schemas.openxmlformats.org/officeDocument/2006/relationships/slide" Target="slides/slide20.xml"/><Relationship Id="rId37" Type="http://schemas.openxmlformats.org/officeDocument/2006/relationships/slide" Target="slides/slide25.xml"/><Relationship Id="rId40" Type="http://schemas.openxmlformats.org/officeDocument/2006/relationships/slide" Target="slides/slide28.xml"/><Relationship Id="rId45" Type="http://schemas.openxmlformats.org/officeDocument/2006/relationships/slide" Target="slides/slide33.xml"/><Relationship Id="rId53" Type="http://schemas.openxmlformats.org/officeDocument/2006/relationships/slide" Target="slides/slide41.xml"/><Relationship Id="rId58" Type="http://schemas.openxmlformats.org/officeDocument/2006/relationships/notesMaster" Target="notesMasters/notesMaster1.xml"/><Relationship Id="rId66" Type="http://schemas.openxmlformats.org/officeDocument/2006/relationships/font" Target="fonts/font7.fntdata"/><Relationship Id="rId74" Type="http://schemas.openxmlformats.org/officeDocument/2006/relationships/theme" Target="theme/theme1.xml"/><Relationship Id="rId5" Type="http://schemas.openxmlformats.org/officeDocument/2006/relationships/customXml" Target="../customXml/item5.xml"/><Relationship Id="rId61" Type="http://schemas.openxmlformats.org/officeDocument/2006/relationships/font" Target="fonts/font2.fntdata"/><Relationship Id="rId19" Type="http://schemas.openxmlformats.org/officeDocument/2006/relationships/slide" Target="slides/slide7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slide" Target="slides/slide23.xml"/><Relationship Id="rId43" Type="http://schemas.openxmlformats.org/officeDocument/2006/relationships/slide" Target="slides/slide31.xml"/><Relationship Id="rId48" Type="http://schemas.openxmlformats.org/officeDocument/2006/relationships/slide" Target="slides/slide36.xml"/><Relationship Id="rId56" Type="http://schemas.openxmlformats.org/officeDocument/2006/relationships/slide" Target="slides/slide44.xml"/><Relationship Id="rId64" Type="http://schemas.openxmlformats.org/officeDocument/2006/relationships/font" Target="fonts/font5.fntdata"/><Relationship Id="rId69" Type="http://schemas.openxmlformats.org/officeDocument/2006/relationships/font" Target="fonts/font10.fntdata"/><Relationship Id="rId77" Type="http://schemas.microsoft.com/office/2018/10/relationships/authors" Target="authors.xml"/><Relationship Id="rId8" Type="http://schemas.openxmlformats.org/officeDocument/2006/relationships/customXml" Target="../customXml/item8.xml"/><Relationship Id="rId51" Type="http://schemas.openxmlformats.org/officeDocument/2006/relationships/slide" Target="slides/slide39.xml"/><Relationship Id="rId72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1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slide" Target="slides/slide21.xml"/><Relationship Id="rId38" Type="http://schemas.openxmlformats.org/officeDocument/2006/relationships/slide" Target="slides/slide26.xml"/><Relationship Id="rId46" Type="http://schemas.openxmlformats.org/officeDocument/2006/relationships/slide" Target="slides/slide34.xml"/><Relationship Id="rId59" Type="http://schemas.openxmlformats.org/officeDocument/2006/relationships/handoutMaster" Target="handoutMasters/handoutMaster1.xml"/><Relationship Id="rId67" Type="http://schemas.openxmlformats.org/officeDocument/2006/relationships/font" Target="fonts/font8.fntdata"/><Relationship Id="rId20" Type="http://schemas.openxmlformats.org/officeDocument/2006/relationships/slide" Target="slides/slide8.xml"/><Relationship Id="rId41" Type="http://schemas.openxmlformats.org/officeDocument/2006/relationships/slide" Target="slides/slide29.xml"/><Relationship Id="rId54" Type="http://schemas.openxmlformats.org/officeDocument/2006/relationships/slide" Target="slides/slide42.xml"/><Relationship Id="rId62" Type="http://schemas.openxmlformats.org/officeDocument/2006/relationships/font" Target="fonts/font3.fntdata"/><Relationship Id="rId70" Type="http://schemas.openxmlformats.org/officeDocument/2006/relationships/font" Target="fonts/font11.fntdata"/><Relationship Id="rId75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slide" Target="slides/slide24.xml"/><Relationship Id="rId49" Type="http://schemas.openxmlformats.org/officeDocument/2006/relationships/slide" Target="slides/slide37.xml"/><Relationship Id="rId57" Type="http://schemas.openxmlformats.org/officeDocument/2006/relationships/slide" Target="slides/slide45.xml"/><Relationship Id="rId10" Type="http://schemas.openxmlformats.org/officeDocument/2006/relationships/customXml" Target="../customXml/item10.xml"/><Relationship Id="rId31" Type="http://schemas.openxmlformats.org/officeDocument/2006/relationships/slide" Target="slides/slide19.xml"/><Relationship Id="rId44" Type="http://schemas.openxmlformats.org/officeDocument/2006/relationships/slide" Target="slides/slide32.xml"/><Relationship Id="rId52" Type="http://schemas.openxmlformats.org/officeDocument/2006/relationships/slide" Target="slides/slide40.xml"/><Relationship Id="rId60" Type="http://schemas.openxmlformats.org/officeDocument/2006/relationships/font" Target="fonts/font1.fntdata"/><Relationship Id="rId65" Type="http://schemas.openxmlformats.org/officeDocument/2006/relationships/font" Target="fonts/font6.fntdata"/><Relationship Id="rId73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39" Type="http://schemas.openxmlformats.org/officeDocument/2006/relationships/slide" Target="slides/slide27.xml"/><Relationship Id="rId34" Type="http://schemas.openxmlformats.org/officeDocument/2006/relationships/slide" Target="slides/slide22.xml"/><Relationship Id="rId50" Type="http://schemas.openxmlformats.org/officeDocument/2006/relationships/slide" Target="slides/slide38.xml"/><Relationship Id="rId55" Type="http://schemas.openxmlformats.org/officeDocument/2006/relationships/slide" Target="slides/slide43.xml"/><Relationship Id="rId76" Type="http://schemas.microsoft.com/office/2015/10/relationships/revisionInfo" Target="revisionInfo.xml"/><Relationship Id="rId7" Type="http://schemas.openxmlformats.org/officeDocument/2006/relationships/customXml" Target="../customXml/item7.xml"/><Relationship Id="rId71" Type="http://schemas.openxmlformats.org/officeDocument/2006/relationships/font" Target="fonts/font12.fntdata"/><Relationship Id="rId2" Type="http://schemas.openxmlformats.org/officeDocument/2006/relationships/customXml" Target="../customXml/item2.xml"/><Relationship Id="rId29" Type="http://schemas.openxmlformats.org/officeDocument/2006/relationships/slide" Target="slides/slide17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FB1D60-6BE9-4EF4-B81B-4FB1D2120BEE}" type="doc">
      <dgm:prSet loTypeId="urn:microsoft.com/office/officeart/2005/8/layout/vList5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201AC70-3B29-4399-81B1-041FD220D63D}">
      <dgm:prSet/>
      <dgm:spPr/>
      <dgm:t>
        <a:bodyPr/>
        <a:lstStyle/>
        <a:p>
          <a:r>
            <a:rPr lang="en-US" dirty="0"/>
            <a:t>Preprocess </a:t>
          </a:r>
          <a:r>
            <a:rPr lang="en-US" dirty="0">
              <a:latin typeface="Ericsson Hilda Light"/>
            </a:rPr>
            <a:t>data</a:t>
          </a:r>
          <a:endParaRPr lang="en-US" dirty="0"/>
        </a:p>
      </dgm:t>
    </dgm:pt>
    <dgm:pt modelId="{93B09E9C-AB6A-4A04-8765-55D054506559}" type="parTrans" cxnId="{AB2D58C3-646F-46B6-BE1B-B391105FCC64}">
      <dgm:prSet/>
      <dgm:spPr/>
      <dgm:t>
        <a:bodyPr/>
        <a:lstStyle/>
        <a:p>
          <a:endParaRPr lang="en-US"/>
        </a:p>
      </dgm:t>
    </dgm:pt>
    <dgm:pt modelId="{D26457A5-B938-4CA3-A71C-4A067D0E0C1B}" type="sibTrans" cxnId="{AB2D58C3-646F-46B6-BE1B-B391105FCC64}">
      <dgm:prSet/>
      <dgm:spPr/>
      <dgm:t>
        <a:bodyPr/>
        <a:lstStyle/>
        <a:p>
          <a:endParaRPr lang="en-US"/>
        </a:p>
      </dgm:t>
    </dgm:pt>
    <dgm:pt modelId="{EB42BB4E-9BE5-4D98-A490-E0F1ED5D9F73}">
      <dgm:prSet/>
      <dgm:spPr/>
      <dgm:t>
        <a:bodyPr/>
        <a:lstStyle/>
        <a:p>
          <a:pPr rtl="0"/>
          <a:r>
            <a:rPr lang="en-US" dirty="0">
              <a:latin typeface="Ericsson Hilda Light"/>
            </a:rPr>
            <a:t>Extract desired features from </a:t>
          </a:r>
          <a:r>
            <a:rPr lang="en-US" dirty="0" err="1">
              <a:latin typeface="Ericsson Hilda Light"/>
            </a:rPr>
            <a:t>db</a:t>
          </a:r>
          <a:r>
            <a:rPr lang="en-US" dirty="0">
              <a:latin typeface="Ericsson Hilda Light"/>
            </a:rPr>
            <a:t> file</a:t>
          </a:r>
          <a:endParaRPr lang="en-US" dirty="0"/>
        </a:p>
      </dgm:t>
    </dgm:pt>
    <dgm:pt modelId="{D54D83E6-4977-4456-BCD6-F973BAFFEC6A}" type="parTrans" cxnId="{8D0ECAE1-1EF6-4826-B5D8-618F8A5C5BE2}">
      <dgm:prSet/>
      <dgm:spPr/>
      <dgm:t>
        <a:bodyPr/>
        <a:lstStyle/>
        <a:p>
          <a:endParaRPr lang="en-US"/>
        </a:p>
      </dgm:t>
    </dgm:pt>
    <dgm:pt modelId="{F5A5D118-BB0C-4AE7-8E81-72B2E97A4809}" type="sibTrans" cxnId="{8D0ECAE1-1EF6-4826-B5D8-618F8A5C5BE2}">
      <dgm:prSet/>
      <dgm:spPr/>
      <dgm:t>
        <a:bodyPr/>
        <a:lstStyle/>
        <a:p>
          <a:endParaRPr lang="en-US"/>
        </a:p>
      </dgm:t>
    </dgm:pt>
    <dgm:pt modelId="{8CEE9E13-DA58-4724-AE2D-9E833BA33C96}">
      <dgm:prSet/>
      <dgm:spPr/>
      <dgm:t>
        <a:bodyPr/>
        <a:lstStyle/>
        <a:p>
          <a:r>
            <a:rPr lang="en-US" dirty="0"/>
            <a:t>Generate</a:t>
          </a:r>
        </a:p>
      </dgm:t>
    </dgm:pt>
    <dgm:pt modelId="{77B557E9-8F5A-4AA5-A146-043D9E8B478F}" type="parTrans" cxnId="{A89AC13C-C211-4FCE-873A-2F13457C8D42}">
      <dgm:prSet/>
      <dgm:spPr/>
      <dgm:t>
        <a:bodyPr/>
        <a:lstStyle/>
        <a:p>
          <a:endParaRPr lang="en-US"/>
        </a:p>
      </dgm:t>
    </dgm:pt>
    <dgm:pt modelId="{9C6E47E3-F606-4F1C-A64C-8CBE282C0AC6}" type="sibTrans" cxnId="{A89AC13C-C211-4FCE-873A-2F13457C8D42}">
      <dgm:prSet/>
      <dgm:spPr/>
      <dgm:t>
        <a:bodyPr/>
        <a:lstStyle/>
        <a:p>
          <a:endParaRPr lang="en-US"/>
        </a:p>
      </dgm:t>
    </dgm:pt>
    <dgm:pt modelId="{F39BD52B-58B8-452A-9FB3-6A0AAE95CB6D}">
      <dgm:prSet/>
      <dgm:spPr/>
      <dgm:t>
        <a:bodyPr/>
        <a:lstStyle/>
        <a:p>
          <a:r>
            <a:rPr lang="en-US" dirty="0"/>
            <a:t>Train</a:t>
          </a:r>
        </a:p>
      </dgm:t>
    </dgm:pt>
    <dgm:pt modelId="{43ECE71E-D1DA-4D6C-AA40-9816C18FBA22}" type="parTrans" cxnId="{F94FFA92-30AF-4107-9B6C-8CD6C5A1B30E}">
      <dgm:prSet/>
      <dgm:spPr/>
      <dgm:t>
        <a:bodyPr/>
        <a:lstStyle/>
        <a:p>
          <a:endParaRPr lang="en-US"/>
        </a:p>
      </dgm:t>
    </dgm:pt>
    <dgm:pt modelId="{4C6DA95F-7C25-4825-9AFF-C7971C1109E6}" type="sibTrans" cxnId="{F94FFA92-30AF-4107-9B6C-8CD6C5A1B30E}">
      <dgm:prSet/>
      <dgm:spPr/>
      <dgm:t>
        <a:bodyPr/>
        <a:lstStyle/>
        <a:p>
          <a:endParaRPr lang="en-US"/>
        </a:p>
      </dgm:t>
    </dgm:pt>
    <dgm:pt modelId="{AE23894D-E9FF-488A-9F5B-D8A01076A596}">
      <dgm:prSet/>
      <dgm:spPr/>
      <dgm:t>
        <a:bodyPr/>
        <a:lstStyle/>
        <a:p>
          <a:pPr rtl="0"/>
          <a:r>
            <a:rPr lang="en-US" dirty="0"/>
            <a:t>Train random forest and </a:t>
          </a:r>
          <a:r>
            <a:rPr lang="en-US" dirty="0" err="1"/>
            <a:t>XGboost</a:t>
          </a:r>
          <a:r>
            <a:rPr lang="en-US" dirty="0"/>
            <a:t> classifiers on</a:t>
          </a:r>
          <a:r>
            <a:rPr lang="en-US" dirty="0">
              <a:latin typeface="Ericsson Hilda Light"/>
            </a:rPr>
            <a:t> the</a:t>
          </a:r>
          <a:r>
            <a:rPr lang="en-US" dirty="0"/>
            <a:t> data</a:t>
          </a:r>
        </a:p>
      </dgm:t>
    </dgm:pt>
    <dgm:pt modelId="{B76DD712-F4A9-44CB-8F6B-689A6D8F43DB}" type="parTrans" cxnId="{50CA55E0-21D8-4E49-BA46-60733E1EABAB}">
      <dgm:prSet/>
      <dgm:spPr/>
      <dgm:t>
        <a:bodyPr/>
        <a:lstStyle/>
        <a:p>
          <a:endParaRPr lang="en-US"/>
        </a:p>
      </dgm:t>
    </dgm:pt>
    <dgm:pt modelId="{8944C78D-9F89-409F-A547-17B6F2A65735}" type="sibTrans" cxnId="{50CA55E0-21D8-4E49-BA46-60733E1EABAB}">
      <dgm:prSet/>
      <dgm:spPr/>
      <dgm:t>
        <a:bodyPr/>
        <a:lstStyle/>
        <a:p>
          <a:endParaRPr lang="en-US"/>
        </a:p>
      </dgm:t>
    </dgm:pt>
    <dgm:pt modelId="{905782A0-5798-457D-A456-204EB88D08A1}">
      <dgm:prSet/>
      <dgm:spPr/>
      <dgm:t>
        <a:bodyPr/>
        <a:lstStyle/>
        <a:p>
          <a:r>
            <a:rPr lang="en-US" dirty="0"/>
            <a:t>Evaluate</a:t>
          </a:r>
        </a:p>
      </dgm:t>
    </dgm:pt>
    <dgm:pt modelId="{8E7A2925-E72A-4C50-965C-1EBB8E4857A5}" type="parTrans" cxnId="{72988CD6-5A64-4653-8F44-D84E2CE9DDCB}">
      <dgm:prSet/>
      <dgm:spPr/>
      <dgm:t>
        <a:bodyPr/>
        <a:lstStyle/>
        <a:p>
          <a:endParaRPr lang="en-US"/>
        </a:p>
      </dgm:t>
    </dgm:pt>
    <dgm:pt modelId="{3AF32B54-1C19-4953-8C0C-AC0FC64EEF7C}" type="sibTrans" cxnId="{72988CD6-5A64-4653-8F44-D84E2CE9DDCB}">
      <dgm:prSet/>
      <dgm:spPr/>
      <dgm:t>
        <a:bodyPr/>
        <a:lstStyle/>
        <a:p>
          <a:endParaRPr lang="en-US"/>
        </a:p>
      </dgm:t>
    </dgm:pt>
    <dgm:pt modelId="{01C1F382-86E6-40C5-A8B1-D27B406314E2}">
      <dgm:prSet/>
      <dgm:spPr/>
      <dgm:t>
        <a:bodyPr/>
        <a:lstStyle/>
        <a:p>
          <a:r>
            <a:rPr lang="en-US" dirty="0"/>
            <a:t>Evaluate and compare the performance of the classifiers using classification metrics</a:t>
          </a:r>
        </a:p>
      </dgm:t>
    </dgm:pt>
    <dgm:pt modelId="{6CBE9002-6D55-4680-8B0A-A04863EC1A6E}" type="parTrans" cxnId="{46349661-B052-4D2C-97DD-53B875C790C9}">
      <dgm:prSet/>
      <dgm:spPr/>
      <dgm:t>
        <a:bodyPr/>
        <a:lstStyle/>
        <a:p>
          <a:endParaRPr lang="en-US"/>
        </a:p>
      </dgm:t>
    </dgm:pt>
    <dgm:pt modelId="{73534B84-EAF0-428C-8709-A666EA9EFF1D}" type="sibTrans" cxnId="{46349661-B052-4D2C-97DD-53B875C790C9}">
      <dgm:prSet/>
      <dgm:spPr/>
      <dgm:t>
        <a:bodyPr/>
        <a:lstStyle/>
        <a:p>
          <a:endParaRPr lang="en-US"/>
        </a:p>
      </dgm:t>
    </dgm:pt>
    <dgm:pt modelId="{ED33AC37-D739-42C1-AB20-79870003C96F}">
      <dgm:prSet/>
      <dgm:spPr/>
      <dgm:t>
        <a:bodyPr/>
        <a:lstStyle/>
        <a:p>
          <a:r>
            <a:rPr lang="en-US" dirty="0"/>
            <a:t>Generate handover labels using event matching</a:t>
          </a:r>
        </a:p>
      </dgm:t>
    </dgm:pt>
    <dgm:pt modelId="{0FEDD763-D517-4F14-BBF1-9605057843CF}" type="sibTrans" cxnId="{A10AD379-D70F-4686-B6EE-BFFC1AA9757E}">
      <dgm:prSet/>
      <dgm:spPr/>
      <dgm:t>
        <a:bodyPr/>
        <a:lstStyle/>
        <a:p>
          <a:endParaRPr lang="en-US"/>
        </a:p>
      </dgm:t>
    </dgm:pt>
    <dgm:pt modelId="{78ADC9AE-7CC4-4184-B879-73D86DB1F956}" type="parTrans" cxnId="{A10AD379-D70F-4686-B6EE-BFFC1AA9757E}">
      <dgm:prSet/>
      <dgm:spPr/>
      <dgm:t>
        <a:bodyPr/>
        <a:lstStyle/>
        <a:p>
          <a:endParaRPr lang="en-US"/>
        </a:p>
      </dgm:t>
    </dgm:pt>
    <dgm:pt modelId="{B65C2119-0CC7-4A3B-88FD-B54E15F21181}" type="pres">
      <dgm:prSet presAssocID="{FDFB1D60-6BE9-4EF4-B81B-4FB1D2120BEE}" presName="Name0" presStyleCnt="0">
        <dgm:presLayoutVars>
          <dgm:dir/>
          <dgm:animLvl val="lvl"/>
          <dgm:resizeHandles val="exact"/>
        </dgm:presLayoutVars>
      </dgm:prSet>
      <dgm:spPr/>
    </dgm:pt>
    <dgm:pt modelId="{25239A9F-558F-4C28-96D1-FF3F53551872}" type="pres">
      <dgm:prSet presAssocID="{E201AC70-3B29-4399-81B1-041FD220D63D}" presName="linNode" presStyleCnt="0"/>
      <dgm:spPr/>
    </dgm:pt>
    <dgm:pt modelId="{70418E40-4035-4FE3-9095-969900E98F2A}" type="pres">
      <dgm:prSet presAssocID="{E201AC70-3B29-4399-81B1-041FD220D63D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39C21999-FDF7-4C08-A368-76C96BB8C393}" type="pres">
      <dgm:prSet presAssocID="{E201AC70-3B29-4399-81B1-041FD220D63D}" presName="descendantText" presStyleLbl="alignAccFollowNode1" presStyleIdx="0" presStyleCnt="4">
        <dgm:presLayoutVars>
          <dgm:bulletEnabled val="1"/>
        </dgm:presLayoutVars>
      </dgm:prSet>
      <dgm:spPr/>
    </dgm:pt>
    <dgm:pt modelId="{ADAD9E65-33CB-440C-9E49-D9B724F395BA}" type="pres">
      <dgm:prSet presAssocID="{D26457A5-B938-4CA3-A71C-4A067D0E0C1B}" presName="sp" presStyleCnt="0"/>
      <dgm:spPr/>
    </dgm:pt>
    <dgm:pt modelId="{B27EB9C7-DA9A-4CCA-AC46-F48432420125}" type="pres">
      <dgm:prSet presAssocID="{8CEE9E13-DA58-4724-AE2D-9E833BA33C96}" presName="linNode" presStyleCnt="0"/>
      <dgm:spPr/>
    </dgm:pt>
    <dgm:pt modelId="{4BACE546-460F-40F1-99B4-AD06DA8E222A}" type="pres">
      <dgm:prSet presAssocID="{8CEE9E13-DA58-4724-AE2D-9E833BA33C96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E217BB6E-B606-4D34-A341-B143D249A4ED}" type="pres">
      <dgm:prSet presAssocID="{8CEE9E13-DA58-4724-AE2D-9E833BA33C96}" presName="descendantText" presStyleLbl="alignAccFollowNode1" presStyleIdx="1" presStyleCnt="4">
        <dgm:presLayoutVars>
          <dgm:bulletEnabled val="1"/>
        </dgm:presLayoutVars>
      </dgm:prSet>
      <dgm:spPr/>
    </dgm:pt>
    <dgm:pt modelId="{FE52C0E3-EDB4-48F2-B013-FEFB1F09329E}" type="pres">
      <dgm:prSet presAssocID="{9C6E47E3-F606-4F1C-A64C-8CBE282C0AC6}" presName="sp" presStyleCnt="0"/>
      <dgm:spPr/>
    </dgm:pt>
    <dgm:pt modelId="{4B04AC23-55F1-454C-8595-6FFB38916A73}" type="pres">
      <dgm:prSet presAssocID="{F39BD52B-58B8-452A-9FB3-6A0AAE95CB6D}" presName="linNode" presStyleCnt="0"/>
      <dgm:spPr/>
    </dgm:pt>
    <dgm:pt modelId="{1F73747D-D764-4A3E-B353-E810BED2F8FB}" type="pres">
      <dgm:prSet presAssocID="{F39BD52B-58B8-452A-9FB3-6A0AAE95CB6D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B8C38DAA-250A-4228-8260-6E884231F32E}" type="pres">
      <dgm:prSet presAssocID="{F39BD52B-58B8-452A-9FB3-6A0AAE95CB6D}" presName="descendantText" presStyleLbl="alignAccFollowNode1" presStyleIdx="2" presStyleCnt="4">
        <dgm:presLayoutVars>
          <dgm:bulletEnabled val="1"/>
        </dgm:presLayoutVars>
      </dgm:prSet>
      <dgm:spPr/>
    </dgm:pt>
    <dgm:pt modelId="{D7312FB5-5D9F-404B-AD22-FEB1EC3B2180}" type="pres">
      <dgm:prSet presAssocID="{4C6DA95F-7C25-4825-9AFF-C7971C1109E6}" presName="sp" presStyleCnt="0"/>
      <dgm:spPr/>
    </dgm:pt>
    <dgm:pt modelId="{C22FF589-1ADF-4EBA-9F43-CE9F790482CB}" type="pres">
      <dgm:prSet presAssocID="{905782A0-5798-457D-A456-204EB88D08A1}" presName="linNode" presStyleCnt="0"/>
      <dgm:spPr/>
    </dgm:pt>
    <dgm:pt modelId="{9C00A539-BC9D-4E91-A5E5-F0390748A573}" type="pres">
      <dgm:prSet presAssocID="{905782A0-5798-457D-A456-204EB88D08A1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B3C127CF-016C-4D97-AAD7-251951333F1A}" type="pres">
      <dgm:prSet presAssocID="{905782A0-5798-457D-A456-204EB88D08A1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4D0FB314-B74A-4AB3-BCCA-517624B69435}" type="presOf" srcId="{F39BD52B-58B8-452A-9FB3-6A0AAE95CB6D}" destId="{1F73747D-D764-4A3E-B353-E810BED2F8FB}" srcOrd="0" destOrd="0" presId="urn:microsoft.com/office/officeart/2005/8/layout/vList5"/>
    <dgm:cxn modelId="{DF58AE15-20A2-46A0-9A52-F58065D23BE5}" type="presOf" srcId="{ED33AC37-D739-42C1-AB20-79870003C96F}" destId="{E217BB6E-B606-4D34-A341-B143D249A4ED}" srcOrd="0" destOrd="0" presId="urn:microsoft.com/office/officeart/2005/8/layout/vList5"/>
    <dgm:cxn modelId="{A89AC13C-C211-4FCE-873A-2F13457C8D42}" srcId="{FDFB1D60-6BE9-4EF4-B81B-4FB1D2120BEE}" destId="{8CEE9E13-DA58-4724-AE2D-9E833BA33C96}" srcOrd="1" destOrd="0" parTransId="{77B557E9-8F5A-4AA5-A146-043D9E8B478F}" sibTransId="{9C6E47E3-F606-4F1C-A64C-8CBE282C0AC6}"/>
    <dgm:cxn modelId="{78ED4957-45B3-4AF1-810C-590F06F044A9}" type="presOf" srcId="{EB42BB4E-9BE5-4D98-A490-E0F1ED5D9F73}" destId="{39C21999-FDF7-4C08-A368-76C96BB8C393}" srcOrd="0" destOrd="0" presId="urn:microsoft.com/office/officeart/2005/8/layout/vList5"/>
    <dgm:cxn modelId="{46349661-B052-4D2C-97DD-53B875C790C9}" srcId="{905782A0-5798-457D-A456-204EB88D08A1}" destId="{01C1F382-86E6-40C5-A8B1-D27B406314E2}" srcOrd="0" destOrd="0" parTransId="{6CBE9002-6D55-4680-8B0A-A04863EC1A6E}" sibTransId="{73534B84-EAF0-428C-8709-A666EA9EFF1D}"/>
    <dgm:cxn modelId="{C3DBBA61-93ED-48FE-861E-39F4A2889C8C}" type="presOf" srcId="{8CEE9E13-DA58-4724-AE2D-9E833BA33C96}" destId="{4BACE546-460F-40F1-99B4-AD06DA8E222A}" srcOrd="0" destOrd="0" presId="urn:microsoft.com/office/officeart/2005/8/layout/vList5"/>
    <dgm:cxn modelId="{DB55A66B-2B73-48BE-A25B-ED17ACD333FE}" type="presOf" srcId="{905782A0-5798-457D-A456-204EB88D08A1}" destId="{9C00A539-BC9D-4E91-A5E5-F0390748A573}" srcOrd="0" destOrd="0" presId="urn:microsoft.com/office/officeart/2005/8/layout/vList5"/>
    <dgm:cxn modelId="{A10AD379-D70F-4686-B6EE-BFFC1AA9757E}" srcId="{8CEE9E13-DA58-4724-AE2D-9E833BA33C96}" destId="{ED33AC37-D739-42C1-AB20-79870003C96F}" srcOrd="0" destOrd="0" parTransId="{78ADC9AE-7CC4-4184-B879-73D86DB1F956}" sibTransId="{0FEDD763-D517-4F14-BBF1-9605057843CF}"/>
    <dgm:cxn modelId="{C4652090-21EF-4033-B560-9C6B869FE411}" type="presOf" srcId="{01C1F382-86E6-40C5-A8B1-D27B406314E2}" destId="{B3C127CF-016C-4D97-AAD7-251951333F1A}" srcOrd="0" destOrd="0" presId="urn:microsoft.com/office/officeart/2005/8/layout/vList5"/>
    <dgm:cxn modelId="{F94FFA92-30AF-4107-9B6C-8CD6C5A1B30E}" srcId="{FDFB1D60-6BE9-4EF4-B81B-4FB1D2120BEE}" destId="{F39BD52B-58B8-452A-9FB3-6A0AAE95CB6D}" srcOrd="2" destOrd="0" parTransId="{43ECE71E-D1DA-4D6C-AA40-9816C18FBA22}" sibTransId="{4C6DA95F-7C25-4825-9AFF-C7971C1109E6}"/>
    <dgm:cxn modelId="{9F9105A3-18A5-420E-A9D1-586220CE1B0E}" type="presOf" srcId="{FDFB1D60-6BE9-4EF4-B81B-4FB1D2120BEE}" destId="{B65C2119-0CC7-4A3B-88FD-B54E15F21181}" srcOrd="0" destOrd="0" presId="urn:microsoft.com/office/officeart/2005/8/layout/vList5"/>
    <dgm:cxn modelId="{AB2D58C3-646F-46B6-BE1B-B391105FCC64}" srcId="{FDFB1D60-6BE9-4EF4-B81B-4FB1D2120BEE}" destId="{E201AC70-3B29-4399-81B1-041FD220D63D}" srcOrd="0" destOrd="0" parTransId="{93B09E9C-AB6A-4A04-8765-55D054506559}" sibTransId="{D26457A5-B938-4CA3-A71C-4A067D0E0C1B}"/>
    <dgm:cxn modelId="{919ECDC6-3567-4612-B4BC-5DD90EEC0B9D}" type="presOf" srcId="{AE23894D-E9FF-488A-9F5B-D8A01076A596}" destId="{B8C38DAA-250A-4228-8260-6E884231F32E}" srcOrd="0" destOrd="0" presId="urn:microsoft.com/office/officeart/2005/8/layout/vList5"/>
    <dgm:cxn modelId="{72988CD6-5A64-4653-8F44-D84E2CE9DDCB}" srcId="{FDFB1D60-6BE9-4EF4-B81B-4FB1D2120BEE}" destId="{905782A0-5798-457D-A456-204EB88D08A1}" srcOrd="3" destOrd="0" parTransId="{8E7A2925-E72A-4C50-965C-1EBB8E4857A5}" sibTransId="{3AF32B54-1C19-4953-8C0C-AC0FC64EEF7C}"/>
    <dgm:cxn modelId="{50CA55E0-21D8-4E49-BA46-60733E1EABAB}" srcId="{F39BD52B-58B8-452A-9FB3-6A0AAE95CB6D}" destId="{AE23894D-E9FF-488A-9F5B-D8A01076A596}" srcOrd="0" destOrd="0" parTransId="{B76DD712-F4A9-44CB-8F6B-689A6D8F43DB}" sibTransId="{8944C78D-9F89-409F-A547-17B6F2A65735}"/>
    <dgm:cxn modelId="{8D0ECAE1-1EF6-4826-B5D8-618F8A5C5BE2}" srcId="{E201AC70-3B29-4399-81B1-041FD220D63D}" destId="{EB42BB4E-9BE5-4D98-A490-E0F1ED5D9F73}" srcOrd="0" destOrd="0" parTransId="{D54D83E6-4977-4456-BCD6-F973BAFFEC6A}" sibTransId="{F5A5D118-BB0C-4AE7-8E81-72B2E97A4809}"/>
    <dgm:cxn modelId="{D7FB82FC-CB81-48A5-BDEA-D85CC44497DE}" type="presOf" srcId="{E201AC70-3B29-4399-81B1-041FD220D63D}" destId="{70418E40-4035-4FE3-9095-969900E98F2A}" srcOrd="0" destOrd="0" presId="urn:microsoft.com/office/officeart/2005/8/layout/vList5"/>
    <dgm:cxn modelId="{B4814D85-FA38-4252-83C7-EECB6671D245}" type="presParOf" srcId="{B65C2119-0CC7-4A3B-88FD-B54E15F21181}" destId="{25239A9F-558F-4C28-96D1-FF3F53551872}" srcOrd="0" destOrd="0" presId="urn:microsoft.com/office/officeart/2005/8/layout/vList5"/>
    <dgm:cxn modelId="{6D36C714-EF32-411C-9C81-B4518495F7A4}" type="presParOf" srcId="{25239A9F-558F-4C28-96D1-FF3F53551872}" destId="{70418E40-4035-4FE3-9095-969900E98F2A}" srcOrd="0" destOrd="0" presId="urn:microsoft.com/office/officeart/2005/8/layout/vList5"/>
    <dgm:cxn modelId="{2E8F442B-E981-402D-9D28-9236D35DA1B2}" type="presParOf" srcId="{25239A9F-558F-4C28-96D1-FF3F53551872}" destId="{39C21999-FDF7-4C08-A368-76C96BB8C393}" srcOrd="1" destOrd="0" presId="urn:microsoft.com/office/officeart/2005/8/layout/vList5"/>
    <dgm:cxn modelId="{A52D501F-FA72-45C2-BDFE-4528F7A37BD1}" type="presParOf" srcId="{B65C2119-0CC7-4A3B-88FD-B54E15F21181}" destId="{ADAD9E65-33CB-440C-9E49-D9B724F395BA}" srcOrd="1" destOrd="0" presId="urn:microsoft.com/office/officeart/2005/8/layout/vList5"/>
    <dgm:cxn modelId="{B9492937-1711-4E92-943D-D259958F9E11}" type="presParOf" srcId="{B65C2119-0CC7-4A3B-88FD-B54E15F21181}" destId="{B27EB9C7-DA9A-4CCA-AC46-F48432420125}" srcOrd="2" destOrd="0" presId="urn:microsoft.com/office/officeart/2005/8/layout/vList5"/>
    <dgm:cxn modelId="{063E1618-B45B-4946-ACA3-0D271D43BB61}" type="presParOf" srcId="{B27EB9C7-DA9A-4CCA-AC46-F48432420125}" destId="{4BACE546-460F-40F1-99B4-AD06DA8E222A}" srcOrd="0" destOrd="0" presId="urn:microsoft.com/office/officeart/2005/8/layout/vList5"/>
    <dgm:cxn modelId="{2AE24C18-080B-493E-BFA7-41074FB9892A}" type="presParOf" srcId="{B27EB9C7-DA9A-4CCA-AC46-F48432420125}" destId="{E217BB6E-B606-4D34-A341-B143D249A4ED}" srcOrd="1" destOrd="0" presId="urn:microsoft.com/office/officeart/2005/8/layout/vList5"/>
    <dgm:cxn modelId="{8DE9661C-FF0A-4C48-9D0D-4FDE8427E187}" type="presParOf" srcId="{B65C2119-0CC7-4A3B-88FD-B54E15F21181}" destId="{FE52C0E3-EDB4-48F2-B013-FEFB1F09329E}" srcOrd="3" destOrd="0" presId="urn:microsoft.com/office/officeart/2005/8/layout/vList5"/>
    <dgm:cxn modelId="{05215425-DF0A-4432-912D-D2EF2EE3BE0D}" type="presParOf" srcId="{B65C2119-0CC7-4A3B-88FD-B54E15F21181}" destId="{4B04AC23-55F1-454C-8595-6FFB38916A73}" srcOrd="4" destOrd="0" presId="urn:microsoft.com/office/officeart/2005/8/layout/vList5"/>
    <dgm:cxn modelId="{6AFA9EED-4428-464C-92B8-BBB6F0E78655}" type="presParOf" srcId="{4B04AC23-55F1-454C-8595-6FFB38916A73}" destId="{1F73747D-D764-4A3E-B353-E810BED2F8FB}" srcOrd="0" destOrd="0" presId="urn:microsoft.com/office/officeart/2005/8/layout/vList5"/>
    <dgm:cxn modelId="{D7A85C15-9881-4CCF-9CAC-55C7B5AFEF28}" type="presParOf" srcId="{4B04AC23-55F1-454C-8595-6FFB38916A73}" destId="{B8C38DAA-250A-4228-8260-6E884231F32E}" srcOrd="1" destOrd="0" presId="urn:microsoft.com/office/officeart/2005/8/layout/vList5"/>
    <dgm:cxn modelId="{B14864A5-678D-42F0-937C-0D759FF0CA92}" type="presParOf" srcId="{B65C2119-0CC7-4A3B-88FD-B54E15F21181}" destId="{D7312FB5-5D9F-404B-AD22-FEB1EC3B2180}" srcOrd="5" destOrd="0" presId="urn:microsoft.com/office/officeart/2005/8/layout/vList5"/>
    <dgm:cxn modelId="{4F6DAF56-B8A4-46C5-B4C1-382A9303A239}" type="presParOf" srcId="{B65C2119-0CC7-4A3B-88FD-B54E15F21181}" destId="{C22FF589-1ADF-4EBA-9F43-CE9F790482CB}" srcOrd="6" destOrd="0" presId="urn:microsoft.com/office/officeart/2005/8/layout/vList5"/>
    <dgm:cxn modelId="{CA924F00-DB1C-4D1C-8F00-053E2692D15E}" type="presParOf" srcId="{C22FF589-1ADF-4EBA-9F43-CE9F790482CB}" destId="{9C00A539-BC9D-4E91-A5E5-F0390748A573}" srcOrd="0" destOrd="0" presId="urn:microsoft.com/office/officeart/2005/8/layout/vList5"/>
    <dgm:cxn modelId="{6FD3BE34-B112-4BE4-89DB-1266E71BA976}" type="presParOf" srcId="{C22FF589-1ADF-4EBA-9F43-CE9F790482CB}" destId="{B3C127CF-016C-4D97-AAD7-251951333F1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EB6490-4EDA-4EF0-8FE5-BF8938430E2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2BC2626-BB48-4209-A0B2-D236E69CDA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db Files Processed: 30 seeds and 4 cases (Single UE Pedestrian, Single UE Vehicle, 10 UEs Pedestrian, 10 UEs Vehicle)</a:t>
          </a:r>
          <a:endParaRPr lang="en-US"/>
        </a:p>
      </dgm:t>
    </dgm:pt>
    <dgm:pt modelId="{5F9D4B4D-5165-4308-ABE7-A6421C734B1E}" type="parTrans" cxnId="{0F12AAF2-F62F-4854-975E-BB806899C0EC}">
      <dgm:prSet/>
      <dgm:spPr/>
      <dgm:t>
        <a:bodyPr/>
        <a:lstStyle/>
        <a:p>
          <a:endParaRPr lang="en-US"/>
        </a:p>
      </dgm:t>
    </dgm:pt>
    <dgm:pt modelId="{73C52BE5-1A7A-4D9F-AE86-C3DD380DC6C0}" type="sibTrans" cxnId="{0F12AAF2-F62F-4854-975E-BB806899C0EC}">
      <dgm:prSet/>
      <dgm:spPr/>
      <dgm:t>
        <a:bodyPr/>
        <a:lstStyle/>
        <a:p>
          <a:endParaRPr lang="en-US"/>
        </a:p>
      </dgm:t>
    </dgm:pt>
    <dgm:pt modelId="{4A9B8277-9322-4191-94FF-D864825C3A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Features: </a:t>
          </a:r>
          <a:endParaRPr lang="en-US"/>
        </a:p>
      </dgm:t>
    </dgm:pt>
    <dgm:pt modelId="{FC3F8890-D8B1-49B1-808C-D4A4C1A7D846}" type="parTrans" cxnId="{B5813896-169B-4DDA-BB4F-87813F1BC885}">
      <dgm:prSet/>
      <dgm:spPr/>
      <dgm:t>
        <a:bodyPr/>
        <a:lstStyle/>
        <a:p>
          <a:endParaRPr lang="en-US"/>
        </a:p>
      </dgm:t>
    </dgm:pt>
    <dgm:pt modelId="{AF4BBCC2-018B-4CF8-86AA-74B5BA331281}" type="sibTrans" cxnId="{B5813896-169B-4DDA-BB4F-87813F1BC885}">
      <dgm:prSet/>
      <dgm:spPr/>
      <dgm:t>
        <a:bodyPr/>
        <a:lstStyle/>
        <a:p>
          <a:endParaRPr lang="en-US"/>
        </a:p>
      </dgm:t>
    </dgm:pt>
    <dgm:pt modelId="{5F738C07-636D-40EC-9ACC-BCE96F87BC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3 features</a:t>
          </a:r>
          <a:r>
            <a:rPr lang="en-US" b="0" i="0" baseline="0"/>
            <a:t>: {</a:t>
          </a:r>
          <a:r>
            <a:rPr lang="en-US" b="0" err="1"/>
            <a:t>servingCellRSRP</a:t>
          </a:r>
          <a:r>
            <a:rPr lang="en-US" b="0"/>
            <a:t>, </a:t>
          </a:r>
          <a:r>
            <a:rPr lang="en-US" b="0" err="1"/>
            <a:t>bestCellRSRP</a:t>
          </a:r>
          <a:r>
            <a:rPr lang="en-US" b="0"/>
            <a:t>, </a:t>
          </a:r>
          <a:r>
            <a:rPr lang="en-US" b="0" err="1"/>
            <a:t>num_cells_fulfilled</a:t>
          </a:r>
          <a:r>
            <a:rPr lang="en-US" b="0"/>
            <a:t>}</a:t>
          </a:r>
          <a:endParaRPr lang="en-US"/>
        </a:p>
      </dgm:t>
    </dgm:pt>
    <dgm:pt modelId="{22ED5E90-0D71-4884-A6FF-C786C453859F}" type="parTrans" cxnId="{5925E93D-B90C-4079-B126-CE7C438C287B}">
      <dgm:prSet/>
      <dgm:spPr/>
      <dgm:t>
        <a:bodyPr/>
        <a:lstStyle/>
        <a:p>
          <a:endParaRPr lang="en-US"/>
        </a:p>
      </dgm:t>
    </dgm:pt>
    <dgm:pt modelId="{4230A413-8891-4E30-965D-8511DCCAF867}" type="sibTrans" cxnId="{5925E93D-B90C-4079-B126-CE7C438C287B}">
      <dgm:prSet/>
      <dgm:spPr/>
      <dgm:t>
        <a:bodyPr/>
        <a:lstStyle/>
        <a:p>
          <a:endParaRPr lang="en-US"/>
        </a:p>
      </dgm:t>
    </dgm:pt>
    <dgm:pt modelId="{61DDE0E8-EEE8-4B86-A48C-7504341369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4 features</a:t>
          </a:r>
          <a:r>
            <a:rPr lang="en-US" b="0" i="0" baseline="0"/>
            <a:t>: {</a:t>
          </a:r>
          <a:r>
            <a:rPr lang="en-US" b="0" err="1"/>
            <a:t>servingCellId</a:t>
          </a:r>
          <a:r>
            <a:rPr lang="en-US" b="0"/>
            <a:t>, </a:t>
          </a:r>
          <a:r>
            <a:rPr lang="en-US" b="0" err="1"/>
            <a:t>bestCellId</a:t>
          </a:r>
          <a:r>
            <a:rPr lang="en-US" b="0"/>
            <a:t>, </a:t>
          </a:r>
          <a:r>
            <a:rPr lang="en-US" b="0" err="1"/>
            <a:t>rsrp_diff</a:t>
          </a:r>
          <a:r>
            <a:rPr lang="en-US" b="0"/>
            <a:t>, </a:t>
          </a:r>
          <a:r>
            <a:rPr lang="en-US" b="0" err="1"/>
            <a:t>num_cells_fulfilled</a:t>
          </a:r>
          <a:r>
            <a:rPr lang="en-US" b="0"/>
            <a:t>}</a:t>
          </a:r>
          <a:endParaRPr lang="en-US"/>
        </a:p>
      </dgm:t>
    </dgm:pt>
    <dgm:pt modelId="{36E4085A-F835-4445-8CAE-58E1D02E0AD4}" type="parTrans" cxnId="{B83A7211-AB47-4840-9704-6C0910E41617}">
      <dgm:prSet/>
      <dgm:spPr/>
      <dgm:t>
        <a:bodyPr/>
        <a:lstStyle/>
        <a:p>
          <a:endParaRPr lang="en-US"/>
        </a:p>
      </dgm:t>
    </dgm:pt>
    <dgm:pt modelId="{A05DC87E-4F37-433B-9F2A-9E4D00378708}" type="sibTrans" cxnId="{B83A7211-AB47-4840-9704-6C0910E41617}">
      <dgm:prSet/>
      <dgm:spPr/>
      <dgm:t>
        <a:bodyPr/>
        <a:lstStyle/>
        <a:p>
          <a:endParaRPr lang="en-US"/>
        </a:p>
      </dgm:t>
    </dgm:pt>
    <dgm:pt modelId="{64836AF5-49F2-402C-92B0-39B0376F78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6 features</a:t>
          </a:r>
          <a:r>
            <a:rPr lang="en-US" b="0"/>
            <a:t>: {servingCellId, bestCellId, servingCellRSRP, bestCellRSRP, rsrp_diff, num_cells_fulfilled}</a:t>
          </a:r>
          <a:endParaRPr lang="en-US"/>
        </a:p>
      </dgm:t>
    </dgm:pt>
    <dgm:pt modelId="{D3C9BB70-4A68-4C97-9442-08101B7F188A}" type="parTrans" cxnId="{09435E17-4EE6-484F-9D37-D3DC851FD84F}">
      <dgm:prSet/>
      <dgm:spPr/>
      <dgm:t>
        <a:bodyPr/>
        <a:lstStyle/>
        <a:p>
          <a:endParaRPr lang="en-US"/>
        </a:p>
      </dgm:t>
    </dgm:pt>
    <dgm:pt modelId="{FB246A64-90E3-4793-A669-9FF9966BC03E}" type="sibTrans" cxnId="{09435E17-4EE6-484F-9D37-D3DC851FD84F}">
      <dgm:prSet/>
      <dgm:spPr/>
      <dgm:t>
        <a:bodyPr/>
        <a:lstStyle/>
        <a:p>
          <a:endParaRPr lang="en-US"/>
        </a:p>
      </dgm:t>
    </dgm:pt>
    <dgm:pt modelId="{9CD79EA3-BD41-4D0F-8EA7-F1C7A50D05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Labels: Labeled for handover and non-handover using event matching</a:t>
          </a:r>
          <a:endParaRPr lang="en-US"/>
        </a:p>
      </dgm:t>
    </dgm:pt>
    <dgm:pt modelId="{A522FA3F-52F3-4C72-B73B-7213A2DC758F}" type="parTrans" cxnId="{6DFC91CE-D5F6-4208-B5C8-69961BA87E69}">
      <dgm:prSet/>
      <dgm:spPr/>
      <dgm:t>
        <a:bodyPr/>
        <a:lstStyle/>
        <a:p>
          <a:endParaRPr lang="en-US"/>
        </a:p>
      </dgm:t>
    </dgm:pt>
    <dgm:pt modelId="{2993E128-1B83-481C-A385-F881E0D34D26}" type="sibTrans" cxnId="{6DFC91CE-D5F6-4208-B5C8-69961BA87E69}">
      <dgm:prSet/>
      <dgm:spPr/>
      <dgm:t>
        <a:bodyPr/>
        <a:lstStyle/>
        <a:p>
          <a:endParaRPr lang="en-US"/>
        </a:p>
      </dgm:t>
    </dgm:pt>
    <dgm:pt modelId="{8E6EE95F-BB60-468D-A3AF-AB90D31C65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Feature Importance: Calculated using permutation importance</a:t>
          </a:r>
          <a:endParaRPr lang="en-US"/>
        </a:p>
      </dgm:t>
    </dgm:pt>
    <dgm:pt modelId="{D6BE1CAA-DE8D-4854-9CE5-F0F3ADC6DBCC}" type="parTrans" cxnId="{6BC8F6B1-F881-4231-B9DA-6E0F13BE57AD}">
      <dgm:prSet/>
      <dgm:spPr/>
      <dgm:t>
        <a:bodyPr/>
        <a:lstStyle/>
        <a:p>
          <a:endParaRPr lang="en-US"/>
        </a:p>
      </dgm:t>
    </dgm:pt>
    <dgm:pt modelId="{50B35F4E-520C-4EF2-81E2-B787712B545B}" type="sibTrans" cxnId="{6BC8F6B1-F881-4231-B9DA-6E0F13BE57AD}">
      <dgm:prSet/>
      <dgm:spPr/>
      <dgm:t>
        <a:bodyPr/>
        <a:lstStyle/>
        <a:p>
          <a:endParaRPr lang="en-US"/>
        </a:p>
      </dgm:t>
    </dgm:pt>
    <dgm:pt modelId="{FDD344AE-0C4E-4D6B-A78A-9B9D876D8E3F}" type="pres">
      <dgm:prSet presAssocID="{1DEB6490-4EDA-4EF0-8FE5-BF8938430E2E}" presName="root" presStyleCnt="0">
        <dgm:presLayoutVars>
          <dgm:dir/>
          <dgm:resizeHandles val="exact"/>
        </dgm:presLayoutVars>
      </dgm:prSet>
      <dgm:spPr/>
    </dgm:pt>
    <dgm:pt modelId="{3C5E008C-28DF-434D-8588-C2C1A5D4E7E9}" type="pres">
      <dgm:prSet presAssocID="{82BC2626-BB48-4209-A0B2-D236E69CDA68}" presName="compNode" presStyleCnt="0"/>
      <dgm:spPr/>
    </dgm:pt>
    <dgm:pt modelId="{6E100928-E642-457F-B074-13668B939E9F}" type="pres">
      <dgm:prSet presAssocID="{82BC2626-BB48-4209-A0B2-D236E69CDA68}" presName="bgRect" presStyleLbl="bgShp" presStyleIdx="0" presStyleCnt="7"/>
      <dgm:spPr/>
    </dgm:pt>
    <dgm:pt modelId="{E11BD807-E325-4C7B-9EBD-B16381A50E7C}" type="pres">
      <dgm:prSet presAssocID="{82BC2626-BB48-4209-A0B2-D236E69CDA68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E93A1589-27BB-479C-A7D1-017A21FEE8D5}" type="pres">
      <dgm:prSet presAssocID="{82BC2626-BB48-4209-A0B2-D236E69CDA68}" presName="spaceRect" presStyleCnt="0"/>
      <dgm:spPr/>
    </dgm:pt>
    <dgm:pt modelId="{C153A53F-E4AB-4E12-9D89-6D185A98282E}" type="pres">
      <dgm:prSet presAssocID="{82BC2626-BB48-4209-A0B2-D236E69CDA68}" presName="parTx" presStyleLbl="revTx" presStyleIdx="0" presStyleCnt="7">
        <dgm:presLayoutVars>
          <dgm:chMax val="0"/>
          <dgm:chPref val="0"/>
        </dgm:presLayoutVars>
      </dgm:prSet>
      <dgm:spPr/>
    </dgm:pt>
    <dgm:pt modelId="{2A9D3911-43D7-4C69-9532-841E45201623}" type="pres">
      <dgm:prSet presAssocID="{73C52BE5-1A7A-4D9F-AE86-C3DD380DC6C0}" presName="sibTrans" presStyleCnt="0"/>
      <dgm:spPr/>
    </dgm:pt>
    <dgm:pt modelId="{95D49707-686F-4803-AA23-3B1BBAAC2BE0}" type="pres">
      <dgm:prSet presAssocID="{4A9B8277-9322-4191-94FF-D864825C3A64}" presName="compNode" presStyleCnt="0"/>
      <dgm:spPr/>
    </dgm:pt>
    <dgm:pt modelId="{3EA9DB70-63DF-43D8-8EF1-FF995835F75D}" type="pres">
      <dgm:prSet presAssocID="{4A9B8277-9322-4191-94FF-D864825C3A64}" presName="bgRect" presStyleLbl="bgShp" presStyleIdx="1" presStyleCnt="7"/>
      <dgm:spPr/>
    </dgm:pt>
    <dgm:pt modelId="{5EAC3913-2343-4A8A-97F9-901AF8CEE7AC}" type="pres">
      <dgm:prSet presAssocID="{4A9B8277-9322-4191-94FF-D864825C3A64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D9A0EA1-406E-4E90-867F-EFA4D7F3512A}" type="pres">
      <dgm:prSet presAssocID="{4A9B8277-9322-4191-94FF-D864825C3A64}" presName="spaceRect" presStyleCnt="0"/>
      <dgm:spPr/>
    </dgm:pt>
    <dgm:pt modelId="{5031872E-0822-40D3-920F-4572BF26E213}" type="pres">
      <dgm:prSet presAssocID="{4A9B8277-9322-4191-94FF-D864825C3A64}" presName="parTx" presStyleLbl="revTx" presStyleIdx="1" presStyleCnt="7">
        <dgm:presLayoutVars>
          <dgm:chMax val="0"/>
          <dgm:chPref val="0"/>
        </dgm:presLayoutVars>
      </dgm:prSet>
      <dgm:spPr/>
    </dgm:pt>
    <dgm:pt modelId="{4B4454EF-DE94-4DB6-B9B3-21B10DC332D9}" type="pres">
      <dgm:prSet presAssocID="{AF4BBCC2-018B-4CF8-86AA-74B5BA331281}" presName="sibTrans" presStyleCnt="0"/>
      <dgm:spPr/>
    </dgm:pt>
    <dgm:pt modelId="{425AFA32-885B-4F66-8581-D304EEDEB1DB}" type="pres">
      <dgm:prSet presAssocID="{5F738C07-636D-40EC-9ACC-BCE96F87BCC8}" presName="compNode" presStyleCnt="0"/>
      <dgm:spPr/>
    </dgm:pt>
    <dgm:pt modelId="{F7B8CFC4-77A9-42A3-AF50-FA75080DD114}" type="pres">
      <dgm:prSet presAssocID="{5F738C07-636D-40EC-9ACC-BCE96F87BCC8}" presName="bgRect" presStyleLbl="bgShp" presStyleIdx="2" presStyleCnt="7"/>
      <dgm:spPr/>
    </dgm:pt>
    <dgm:pt modelId="{EEFBD382-0064-4AE8-B615-98E9241D91B1}" type="pres">
      <dgm:prSet presAssocID="{5F738C07-636D-40EC-9ACC-BCE96F87BCC8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nk"/>
        </a:ext>
      </dgm:extLst>
    </dgm:pt>
    <dgm:pt modelId="{6CAF0FFF-1046-4541-B01F-3C26D7CD0501}" type="pres">
      <dgm:prSet presAssocID="{5F738C07-636D-40EC-9ACC-BCE96F87BCC8}" presName="spaceRect" presStyleCnt="0"/>
      <dgm:spPr/>
    </dgm:pt>
    <dgm:pt modelId="{E63E7717-2E55-46B2-99F8-2FCD864920C5}" type="pres">
      <dgm:prSet presAssocID="{5F738C07-636D-40EC-9ACC-BCE96F87BCC8}" presName="parTx" presStyleLbl="revTx" presStyleIdx="2" presStyleCnt="7">
        <dgm:presLayoutVars>
          <dgm:chMax val="0"/>
          <dgm:chPref val="0"/>
        </dgm:presLayoutVars>
      </dgm:prSet>
      <dgm:spPr/>
    </dgm:pt>
    <dgm:pt modelId="{5985406E-ADA3-4EF0-806F-5189356D79E0}" type="pres">
      <dgm:prSet presAssocID="{4230A413-8891-4E30-965D-8511DCCAF867}" presName="sibTrans" presStyleCnt="0"/>
      <dgm:spPr/>
    </dgm:pt>
    <dgm:pt modelId="{8DFDB408-37F0-49C2-9578-BFABCCF33EB9}" type="pres">
      <dgm:prSet presAssocID="{61DDE0E8-EEE8-4B86-A48C-750434136968}" presName="compNode" presStyleCnt="0"/>
      <dgm:spPr/>
    </dgm:pt>
    <dgm:pt modelId="{A113C346-D6E5-4963-AC43-89554BD52FA0}" type="pres">
      <dgm:prSet presAssocID="{61DDE0E8-EEE8-4B86-A48C-750434136968}" presName="bgRect" presStyleLbl="bgShp" presStyleIdx="3" presStyleCnt="7"/>
      <dgm:spPr/>
    </dgm:pt>
    <dgm:pt modelId="{BA807F53-94B4-465C-AF55-293C726194A0}" type="pres">
      <dgm:prSet presAssocID="{61DDE0E8-EEE8-4B86-A48C-750434136968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D9F71C55-C799-4F0F-9208-37E5DE230AEA}" type="pres">
      <dgm:prSet presAssocID="{61DDE0E8-EEE8-4B86-A48C-750434136968}" presName="spaceRect" presStyleCnt="0"/>
      <dgm:spPr/>
    </dgm:pt>
    <dgm:pt modelId="{53642C77-35C1-4BA1-B388-B6D8F43E6802}" type="pres">
      <dgm:prSet presAssocID="{61DDE0E8-EEE8-4B86-A48C-750434136968}" presName="parTx" presStyleLbl="revTx" presStyleIdx="3" presStyleCnt="7">
        <dgm:presLayoutVars>
          <dgm:chMax val="0"/>
          <dgm:chPref val="0"/>
        </dgm:presLayoutVars>
      </dgm:prSet>
      <dgm:spPr/>
    </dgm:pt>
    <dgm:pt modelId="{1D417469-0325-43CB-85F8-FC43A1AEA060}" type="pres">
      <dgm:prSet presAssocID="{A05DC87E-4F37-433B-9F2A-9E4D00378708}" presName="sibTrans" presStyleCnt="0"/>
      <dgm:spPr/>
    </dgm:pt>
    <dgm:pt modelId="{F3E6F022-179A-4ADC-8D23-94221CF3C804}" type="pres">
      <dgm:prSet presAssocID="{64836AF5-49F2-402C-92B0-39B0376F78D6}" presName="compNode" presStyleCnt="0"/>
      <dgm:spPr/>
    </dgm:pt>
    <dgm:pt modelId="{319D8C1A-2B34-4ADD-956A-FC53C1D93496}" type="pres">
      <dgm:prSet presAssocID="{64836AF5-49F2-402C-92B0-39B0376F78D6}" presName="bgRect" presStyleLbl="bgShp" presStyleIdx="4" presStyleCnt="7"/>
      <dgm:spPr/>
    </dgm:pt>
    <dgm:pt modelId="{F2552AFC-D8AA-482C-A773-05FBA8CADEB6}" type="pres">
      <dgm:prSet presAssocID="{64836AF5-49F2-402C-92B0-39B0376F78D6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085B41E-6506-485C-947E-C9B4397E95ED}" type="pres">
      <dgm:prSet presAssocID="{64836AF5-49F2-402C-92B0-39B0376F78D6}" presName="spaceRect" presStyleCnt="0"/>
      <dgm:spPr/>
    </dgm:pt>
    <dgm:pt modelId="{06CA977D-368E-4F81-8F71-2AA71E63C5FA}" type="pres">
      <dgm:prSet presAssocID="{64836AF5-49F2-402C-92B0-39B0376F78D6}" presName="parTx" presStyleLbl="revTx" presStyleIdx="4" presStyleCnt="7">
        <dgm:presLayoutVars>
          <dgm:chMax val="0"/>
          <dgm:chPref val="0"/>
        </dgm:presLayoutVars>
      </dgm:prSet>
      <dgm:spPr/>
    </dgm:pt>
    <dgm:pt modelId="{A51136F2-352B-4A0E-B6B7-D68E25E8208B}" type="pres">
      <dgm:prSet presAssocID="{FB246A64-90E3-4793-A669-9FF9966BC03E}" presName="sibTrans" presStyleCnt="0"/>
      <dgm:spPr/>
    </dgm:pt>
    <dgm:pt modelId="{57EE08C1-AE5B-4680-B45D-10A73A4D9A4D}" type="pres">
      <dgm:prSet presAssocID="{9CD79EA3-BD41-4D0F-8EA7-F1C7A50D054A}" presName="compNode" presStyleCnt="0"/>
      <dgm:spPr/>
    </dgm:pt>
    <dgm:pt modelId="{EE27DBB9-7241-4ADE-9BD2-47B4FCCCE036}" type="pres">
      <dgm:prSet presAssocID="{9CD79EA3-BD41-4D0F-8EA7-F1C7A50D054A}" presName="bgRect" presStyleLbl="bgShp" presStyleIdx="5" presStyleCnt="7"/>
      <dgm:spPr/>
    </dgm:pt>
    <dgm:pt modelId="{FB5FCA1C-EBA7-4FDA-8D25-60260F8A0BC5}" type="pres">
      <dgm:prSet presAssocID="{9CD79EA3-BD41-4D0F-8EA7-F1C7A50D054A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bel"/>
        </a:ext>
      </dgm:extLst>
    </dgm:pt>
    <dgm:pt modelId="{769774E2-B08A-4983-9242-51E5F6F40780}" type="pres">
      <dgm:prSet presAssocID="{9CD79EA3-BD41-4D0F-8EA7-F1C7A50D054A}" presName="spaceRect" presStyleCnt="0"/>
      <dgm:spPr/>
    </dgm:pt>
    <dgm:pt modelId="{64FDCEDB-A89B-4039-A6B2-98487CD7D60A}" type="pres">
      <dgm:prSet presAssocID="{9CD79EA3-BD41-4D0F-8EA7-F1C7A50D054A}" presName="parTx" presStyleLbl="revTx" presStyleIdx="5" presStyleCnt="7">
        <dgm:presLayoutVars>
          <dgm:chMax val="0"/>
          <dgm:chPref val="0"/>
        </dgm:presLayoutVars>
      </dgm:prSet>
      <dgm:spPr/>
    </dgm:pt>
    <dgm:pt modelId="{0E8114CB-1088-4C3D-B672-739AC38CB557}" type="pres">
      <dgm:prSet presAssocID="{2993E128-1B83-481C-A385-F881E0D34D26}" presName="sibTrans" presStyleCnt="0"/>
      <dgm:spPr/>
    </dgm:pt>
    <dgm:pt modelId="{23763927-BED0-41FE-B2F8-F6F43A1951EC}" type="pres">
      <dgm:prSet presAssocID="{8E6EE95F-BB60-468D-A3AF-AB90D31C654A}" presName="compNode" presStyleCnt="0"/>
      <dgm:spPr/>
    </dgm:pt>
    <dgm:pt modelId="{207B636B-CE99-44A3-8662-F21E437BAC81}" type="pres">
      <dgm:prSet presAssocID="{8E6EE95F-BB60-468D-A3AF-AB90D31C654A}" presName="bgRect" presStyleLbl="bgShp" presStyleIdx="6" presStyleCnt="7"/>
      <dgm:spPr/>
    </dgm:pt>
    <dgm:pt modelId="{FACF86E7-965A-4222-9327-37437C49647C}" type="pres">
      <dgm:prSet presAssocID="{8E6EE95F-BB60-468D-A3AF-AB90D31C654A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B3DDC1A9-5287-440C-B01E-5E8D90C5A8FD}" type="pres">
      <dgm:prSet presAssocID="{8E6EE95F-BB60-468D-A3AF-AB90D31C654A}" presName="spaceRect" presStyleCnt="0"/>
      <dgm:spPr/>
    </dgm:pt>
    <dgm:pt modelId="{3D53292E-EE12-4750-9BFB-7BF2E89FF10F}" type="pres">
      <dgm:prSet presAssocID="{8E6EE95F-BB60-468D-A3AF-AB90D31C654A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B773400A-0398-4DDF-9ED4-654C1E35E3A7}" type="presOf" srcId="{5F738C07-636D-40EC-9ACC-BCE96F87BCC8}" destId="{E63E7717-2E55-46B2-99F8-2FCD864920C5}" srcOrd="0" destOrd="0" presId="urn:microsoft.com/office/officeart/2018/2/layout/IconVerticalSolidList"/>
    <dgm:cxn modelId="{C7087A0C-7C02-4941-9BCF-81F93538A0C2}" type="presOf" srcId="{8E6EE95F-BB60-468D-A3AF-AB90D31C654A}" destId="{3D53292E-EE12-4750-9BFB-7BF2E89FF10F}" srcOrd="0" destOrd="0" presId="urn:microsoft.com/office/officeart/2018/2/layout/IconVerticalSolidList"/>
    <dgm:cxn modelId="{B83A7211-AB47-4840-9704-6C0910E41617}" srcId="{1DEB6490-4EDA-4EF0-8FE5-BF8938430E2E}" destId="{61DDE0E8-EEE8-4B86-A48C-750434136968}" srcOrd="3" destOrd="0" parTransId="{36E4085A-F835-4445-8CAE-58E1D02E0AD4}" sibTransId="{A05DC87E-4F37-433B-9F2A-9E4D00378708}"/>
    <dgm:cxn modelId="{7F41A213-480B-4A55-A0C6-E5FEE6AD4BCC}" type="presOf" srcId="{9CD79EA3-BD41-4D0F-8EA7-F1C7A50D054A}" destId="{64FDCEDB-A89B-4039-A6B2-98487CD7D60A}" srcOrd="0" destOrd="0" presId="urn:microsoft.com/office/officeart/2018/2/layout/IconVerticalSolidList"/>
    <dgm:cxn modelId="{09435E17-4EE6-484F-9D37-D3DC851FD84F}" srcId="{1DEB6490-4EDA-4EF0-8FE5-BF8938430E2E}" destId="{64836AF5-49F2-402C-92B0-39B0376F78D6}" srcOrd="4" destOrd="0" parTransId="{D3C9BB70-4A68-4C97-9442-08101B7F188A}" sibTransId="{FB246A64-90E3-4793-A669-9FF9966BC03E}"/>
    <dgm:cxn modelId="{B7033F25-2729-4FBD-A00A-649259C3E81B}" type="presOf" srcId="{64836AF5-49F2-402C-92B0-39B0376F78D6}" destId="{06CA977D-368E-4F81-8F71-2AA71E63C5FA}" srcOrd="0" destOrd="0" presId="urn:microsoft.com/office/officeart/2018/2/layout/IconVerticalSolidList"/>
    <dgm:cxn modelId="{012EF72B-A83D-4124-A9BC-9E09D03B1B23}" type="presOf" srcId="{82BC2626-BB48-4209-A0B2-D236E69CDA68}" destId="{C153A53F-E4AB-4E12-9D89-6D185A98282E}" srcOrd="0" destOrd="0" presId="urn:microsoft.com/office/officeart/2018/2/layout/IconVerticalSolidList"/>
    <dgm:cxn modelId="{5925E93D-B90C-4079-B126-CE7C438C287B}" srcId="{1DEB6490-4EDA-4EF0-8FE5-BF8938430E2E}" destId="{5F738C07-636D-40EC-9ACC-BCE96F87BCC8}" srcOrd="2" destOrd="0" parTransId="{22ED5E90-0D71-4884-A6FF-C786C453859F}" sibTransId="{4230A413-8891-4E30-965D-8511DCCAF867}"/>
    <dgm:cxn modelId="{E930AC5B-43F4-4068-A145-B059461754F9}" type="presOf" srcId="{1DEB6490-4EDA-4EF0-8FE5-BF8938430E2E}" destId="{FDD344AE-0C4E-4D6B-A78A-9B9D876D8E3F}" srcOrd="0" destOrd="0" presId="urn:microsoft.com/office/officeart/2018/2/layout/IconVerticalSolidList"/>
    <dgm:cxn modelId="{3812C97A-527F-427B-A020-A226626BF7F2}" type="presOf" srcId="{61DDE0E8-EEE8-4B86-A48C-750434136968}" destId="{53642C77-35C1-4BA1-B388-B6D8F43E6802}" srcOrd="0" destOrd="0" presId="urn:microsoft.com/office/officeart/2018/2/layout/IconVerticalSolidList"/>
    <dgm:cxn modelId="{B5813896-169B-4DDA-BB4F-87813F1BC885}" srcId="{1DEB6490-4EDA-4EF0-8FE5-BF8938430E2E}" destId="{4A9B8277-9322-4191-94FF-D864825C3A64}" srcOrd="1" destOrd="0" parTransId="{FC3F8890-D8B1-49B1-808C-D4A4C1A7D846}" sibTransId="{AF4BBCC2-018B-4CF8-86AA-74B5BA331281}"/>
    <dgm:cxn modelId="{6BC8F6B1-F881-4231-B9DA-6E0F13BE57AD}" srcId="{1DEB6490-4EDA-4EF0-8FE5-BF8938430E2E}" destId="{8E6EE95F-BB60-468D-A3AF-AB90D31C654A}" srcOrd="6" destOrd="0" parTransId="{D6BE1CAA-DE8D-4854-9CE5-F0F3ADC6DBCC}" sibTransId="{50B35F4E-520C-4EF2-81E2-B787712B545B}"/>
    <dgm:cxn modelId="{6DFC91CE-D5F6-4208-B5C8-69961BA87E69}" srcId="{1DEB6490-4EDA-4EF0-8FE5-BF8938430E2E}" destId="{9CD79EA3-BD41-4D0F-8EA7-F1C7A50D054A}" srcOrd="5" destOrd="0" parTransId="{A522FA3F-52F3-4C72-B73B-7213A2DC758F}" sibTransId="{2993E128-1B83-481C-A385-F881E0D34D26}"/>
    <dgm:cxn modelId="{D027A8D3-019E-46E3-8A69-E730AB96E7D4}" type="presOf" srcId="{4A9B8277-9322-4191-94FF-D864825C3A64}" destId="{5031872E-0822-40D3-920F-4572BF26E213}" srcOrd="0" destOrd="0" presId="urn:microsoft.com/office/officeart/2018/2/layout/IconVerticalSolidList"/>
    <dgm:cxn modelId="{0F12AAF2-F62F-4854-975E-BB806899C0EC}" srcId="{1DEB6490-4EDA-4EF0-8FE5-BF8938430E2E}" destId="{82BC2626-BB48-4209-A0B2-D236E69CDA68}" srcOrd="0" destOrd="0" parTransId="{5F9D4B4D-5165-4308-ABE7-A6421C734B1E}" sibTransId="{73C52BE5-1A7A-4D9F-AE86-C3DD380DC6C0}"/>
    <dgm:cxn modelId="{1A451C34-FF46-4A7B-9965-D49D336F893F}" type="presParOf" srcId="{FDD344AE-0C4E-4D6B-A78A-9B9D876D8E3F}" destId="{3C5E008C-28DF-434D-8588-C2C1A5D4E7E9}" srcOrd="0" destOrd="0" presId="urn:microsoft.com/office/officeart/2018/2/layout/IconVerticalSolidList"/>
    <dgm:cxn modelId="{B2DC71A5-CE76-4950-955E-605CF4A0476F}" type="presParOf" srcId="{3C5E008C-28DF-434D-8588-C2C1A5D4E7E9}" destId="{6E100928-E642-457F-B074-13668B939E9F}" srcOrd="0" destOrd="0" presId="urn:microsoft.com/office/officeart/2018/2/layout/IconVerticalSolidList"/>
    <dgm:cxn modelId="{A939674E-20F5-40B4-AC21-D69DDC147241}" type="presParOf" srcId="{3C5E008C-28DF-434D-8588-C2C1A5D4E7E9}" destId="{E11BD807-E325-4C7B-9EBD-B16381A50E7C}" srcOrd="1" destOrd="0" presId="urn:microsoft.com/office/officeart/2018/2/layout/IconVerticalSolidList"/>
    <dgm:cxn modelId="{BCC0AE8A-9B81-4C81-AC80-EA4C7E5157E2}" type="presParOf" srcId="{3C5E008C-28DF-434D-8588-C2C1A5D4E7E9}" destId="{E93A1589-27BB-479C-A7D1-017A21FEE8D5}" srcOrd="2" destOrd="0" presId="urn:microsoft.com/office/officeart/2018/2/layout/IconVerticalSolidList"/>
    <dgm:cxn modelId="{92168A42-8383-4CF0-AA5C-F3BFE669C1AA}" type="presParOf" srcId="{3C5E008C-28DF-434D-8588-C2C1A5D4E7E9}" destId="{C153A53F-E4AB-4E12-9D89-6D185A98282E}" srcOrd="3" destOrd="0" presId="urn:microsoft.com/office/officeart/2018/2/layout/IconVerticalSolidList"/>
    <dgm:cxn modelId="{828B8C6C-6BAB-4B21-AF04-8E50A0E79FC5}" type="presParOf" srcId="{FDD344AE-0C4E-4D6B-A78A-9B9D876D8E3F}" destId="{2A9D3911-43D7-4C69-9532-841E45201623}" srcOrd="1" destOrd="0" presId="urn:microsoft.com/office/officeart/2018/2/layout/IconVerticalSolidList"/>
    <dgm:cxn modelId="{2CB8EF23-9CD1-4EDF-B5EA-6A358367E176}" type="presParOf" srcId="{FDD344AE-0C4E-4D6B-A78A-9B9D876D8E3F}" destId="{95D49707-686F-4803-AA23-3B1BBAAC2BE0}" srcOrd="2" destOrd="0" presId="urn:microsoft.com/office/officeart/2018/2/layout/IconVerticalSolidList"/>
    <dgm:cxn modelId="{DA7EA250-F807-4674-B317-D851D7D7E15D}" type="presParOf" srcId="{95D49707-686F-4803-AA23-3B1BBAAC2BE0}" destId="{3EA9DB70-63DF-43D8-8EF1-FF995835F75D}" srcOrd="0" destOrd="0" presId="urn:microsoft.com/office/officeart/2018/2/layout/IconVerticalSolidList"/>
    <dgm:cxn modelId="{714E74FA-C25D-444D-8D46-73528BB061BB}" type="presParOf" srcId="{95D49707-686F-4803-AA23-3B1BBAAC2BE0}" destId="{5EAC3913-2343-4A8A-97F9-901AF8CEE7AC}" srcOrd="1" destOrd="0" presId="urn:microsoft.com/office/officeart/2018/2/layout/IconVerticalSolidList"/>
    <dgm:cxn modelId="{6C4539AD-BFB9-4214-B56A-BE07BF5EF8D5}" type="presParOf" srcId="{95D49707-686F-4803-AA23-3B1BBAAC2BE0}" destId="{FD9A0EA1-406E-4E90-867F-EFA4D7F3512A}" srcOrd="2" destOrd="0" presId="urn:microsoft.com/office/officeart/2018/2/layout/IconVerticalSolidList"/>
    <dgm:cxn modelId="{B5C0B192-F164-47F4-9759-A35D21009C96}" type="presParOf" srcId="{95D49707-686F-4803-AA23-3B1BBAAC2BE0}" destId="{5031872E-0822-40D3-920F-4572BF26E213}" srcOrd="3" destOrd="0" presId="urn:microsoft.com/office/officeart/2018/2/layout/IconVerticalSolidList"/>
    <dgm:cxn modelId="{8E6DE33C-B593-4F44-B224-4ADC799DF31A}" type="presParOf" srcId="{FDD344AE-0C4E-4D6B-A78A-9B9D876D8E3F}" destId="{4B4454EF-DE94-4DB6-B9B3-21B10DC332D9}" srcOrd="3" destOrd="0" presId="urn:microsoft.com/office/officeart/2018/2/layout/IconVerticalSolidList"/>
    <dgm:cxn modelId="{39412265-F84B-4FEA-B7E4-7F2DC3E5F730}" type="presParOf" srcId="{FDD344AE-0C4E-4D6B-A78A-9B9D876D8E3F}" destId="{425AFA32-885B-4F66-8581-D304EEDEB1DB}" srcOrd="4" destOrd="0" presId="urn:microsoft.com/office/officeart/2018/2/layout/IconVerticalSolidList"/>
    <dgm:cxn modelId="{0234F159-2402-4426-B5BB-EF2128B94FE8}" type="presParOf" srcId="{425AFA32-885B-4F66-8581-D304EEDEB1DB}" destId="{F7B8CFC4-77A9-42A3-AF50-FA75080DD114}" srcOrd="0" destOrd="0" presId="urn:microsoft.com/office/officeart/2018/2/layout/IconVerticalSolidList"/>
    <dgm:cxn modelId="{78B52211-E972-44D3-B441-309AC55EE391}" type="presParOf" srcId="{425AFA32-885B-4F66-8581-D304EEDEB1DB}" destId="{EEFBD382-0064-4AE8-B615-98E9241D91B1}" srcOrd="1" destOrd="0" presId="urn:microsoft.com/office/officeart/2018/2/layout/IconVerticalSolidList"/>
    <dgm:cxn modelId="{FF4E66AC-2394-4F25-ADF8-76A64D011D79}" type="presParOf" srcId="{425AFA32-885B-4F66-8581-D304EEDEB1DB}" destId="{6CAF0FFF-1046-4541-B01F-3C26D7CD0501}" srcOrd="2" destOrd="0" presId="urn:microsoft.com/office/officeart/2018/2/layout/IconVerticalSolidList"/>
    <dgm:cxn modelId="{B22C45BE-6611-4BF2-A654-BE0AD0705E7F}" type="presParOf" srcId="{425AFA32-885B-4F66-8581-D304EEDEB1DB}" destId="{E63E7717-2E55-46B2-99F8-2FCD864920C5}" srcOrd="3" destOrd="0" presId="urn:microsoft.com/office/officeart/2018/2/layout/IconVerticalSolidList"/>
    <dgm:cxn modelId="{DD0112ED-E190-42F6-BF5F-F4E5D7DC6571}" type="presParOf" srcId="{FDD344AE-0C4E-4D6B-A78A-9B9D876D8E3F}" destId="{5985406E-ADA3-4EF0-806F-5189356D79E0}" srcOrd="5" destOrd="0" presId="urn:microsoft.com/office/officeart/2018/2/layout/IconVerticalSolidList"/>
    <dgm:cxn modelId="{5ECBBDF3-AD44-4867-84F7-84B93E9502A9}" type="presParOf" srcId="{FDD344AE-0C4E-4D6B-A78A-9B9D876D8E3F}" destId="{8DFDB408-37F0-49C2-9578-BFABCCF33EB9}" srcOrd="6" destOrd="0" presId="urn:microsoft.com/office/officeart/2018/2/layout/IconVerticalSolidList"/>
    <dgm:cxn modelId="{79A1C781-E097-4E9C-9F45-F849FF66FDBA}" type="presParOf" srcId="{8DFDB408-37F0-49C2-9578-BFABCCF33EB9}" destId="{A113C346-D6E5-4963-AC43-89554BD52FA0}" srcOrd="0" destOrd="0" presId="urn:microsoft.com/office/officeart/2018/2/layout/IconVerticalSolidList"/>
    <dgm:cxn modelId="{D9094AFB-7850-4514-B98B-2C3E709A25E6}" type="presParOf" srcId="{8DFDB408-37F0-49C2-9578-BFABCCF33EB9}" destId="{BA807F53-94B4-465C-AF55-293C726194A0}" srcOrd="1" destOrd="0" presId="urn:microsoft.com/office/officeart/2018/2/layout/IconVerticalSolidList"/>
    <dgm:cxn modelId="{13434C28-53C6-48C6-8753-74B50E544E20}" type="presParOf" srcId="{8DFDB408-37F0-49C2-9578-BFABCCF33EB9}" destId="{D9F71C55-C799-4F0F-9208-37E5DE230AEA}" srcOrd="2" destOrd="0" presId="urn:microsoft.com/office/officeart/2018/2/layout/IconVerticalSolidList"/>
    <dgm:cxn modelId="{DB35879B-CC64-4AC9-BA3A-284CD3056008}" type="presParOf" srcId="{8DFDB408-37F0-49C2-9578-BFABCCF33EB9}" destId="{53642C77-35C1-4BA1-B388-B6D8F43E6802}" srcOrd="3" destOrd="0" presId="urn:microsoft.com/office/officeart/2018/2/layout/IconVerticalSolidList"/>
    <dgm:cxn modelId="{57D0FBA1-58AD-49AE-8703-C9745EECDBB8}" type="presParOf" srcId="{FDD344AE-0C4E-4D6B-A78A-9B9D876D8E3F}" destId="{1D417469-0325-43CB-85F8-FC43A1AEA060}" srcOrd="7" destOrd="0" presId="urn:microsoft.com/office/officeart/2018/2/layout/IconVerticalSolidList"/>
    <dgm:cxn modelId="{868552FB-69AF-4FFB-AEDC-297905A47E31}" type="presParOf" srcId="{FDD344AE-0C4E-4D6B-A78A-9B9D876D8E3F}" destId="{F3E6F022-179A-4ADC-8D23-94221CF3C804}" srcOrd="8" destOrd="0" presId="urn:microsoft.com/office/officeart/2018/2/layout/IconVerticalSolidList"/>
    <dgm:cxn modelId="{0EB87D5C-9641-4AE6-A903-3AF110AADB92}" type="presParOf" srcId="{F3E6F022-179A-4ADC-8D23-94221CF3C804}" destId="{319D8C1A-2B34-4ADD-956A-FC53C1D93496}" srcOrd="0" destOrd="0" presId="urn:microsoft.com/office/officeart/2018/2/layout/IconVerticalSolidList"/>
    <dgm:cxn modelId="{1EA598CE-15F5-4F28-A734-3AD584B00BFD}" type="presParOf" srcId="{F3E6F022-179A-4ADC-8D23-94221CF3C804}" destId="{F2552AFC-D8AA-482C-A773-05FBA8CADEB6}" srcOrd="1" destOrd="0" presId="urn:microsoft.com/office/officeart/2018/2/layout/IconVerticalSolidList"/>
    <dgm:cxn modelId="{877C1597-1A55-4F1C-9F45-CDDC63D0D8CF}" type="presParOf" srcId="{F3E6F022-179A-4ADC-8D23-94221CF3C804}" destId="{6085B41E-6506-485C-947E-C9B4397E95ED}" srcOrd="2" destOrd="0" presId="urn:microsoft.com/office/officeart/2018/2/layout/IconVerticalSolidList"/>
    <dgm:cxn modelId="{25E5A2D6-4691-456E-A5A3-6DE5D7440F93}" type="presParOf" srcId="{F3E6F022-179A-4ADC-8D23-94221CF3C804}" destId="{06CA977D-368E-4F81-8F71-2AA71E63C5FA}" srcOrd="3" destOrd="0" presId="urn:microsoft.com/office/officeart/2018/2/layout/IconVerticalSolidList"/>
    <dgm:cxn modelId="{65258052-0241-415C-AF63-BA0B0390DF69}" type="presParOf" srcId="{FDD344AE-0C4E-4D6B-A78A-9B9D876D8E3F}" destId="{A51136F2-352B-4A0E-B6B7-D68E25E8208B}" srcOrd="9" destOrd="0" presId="urn:microsoft.com/office/officeart/2018/2/layout/IconVerticalSolidList"/>
    <dgm:cxn modelId="{2988864A-26AF-427E-A7C9-3C30A541ADE3}" type="presParOf" srcId="{FDD344AE-0C4E-4D6B-A78A-9B9D876D8E3F}" destId="{57EE08C1-AE5B-4680-B45D-10A73A4D9A4D}" srcOrd="10" destOrd="0" presId="urn:microsoft.com/office/officeart/2018/2/layout/IconVerticalSolidList"/>
    <dgm:cxn modelId="{C9AE6459-01DE-4874-97F2-A06004ACACC3}" type="presParOf" srcId="{57EE08C1-AE5B-4680-B45D-10A73A4D9A4D}" destId="{EE27DBB9-7241-4ADE-9BD2-47B4FCCCE036}" srcOrd="0" destOrd="0" presId="urn:microsoft.com/office/officeart/2018/2/layout/IconVerticalSolidList"/>
    <dgm:cxn modelId="{B285F3D1-7007-4B2A-8C5C-4338DB2DD763}" type="presParOf" srcId="{57EE08C1-AE5B-4680-B45D-10A73A4D9A4D}" destId="{FB5FCA1C-EBA7-4FDA-8D25-60260F8A0BC5}" srcOrd="1" destOrd="0" presId="urn:microsoft.com/office/officeart/2018/2/layout/IconVerticalSolidList"/>
    <dgm:cxn modelId="{A9EA702B-D192-4EDE-931D-F2B78486B8EE}" type="presParOf" srcId="{57EE08C1-AE5B-4680-B45D-10A73A4D9A4D}" destId="{769774E2-B08A-4983-9242-51E5F6F40780}" srcOrd="2" destOrd="0" presId="urn:microsoft.com/office/officeart/2018/2/layout/IconVerticalSolidList"/>
    <dgm:cxn modelId="{40FD2F47-A0C4-4CEA-8AD3-94F44F7BDF5B}" type="presParOf" srcId="{57EE08C1-AE5B-4680-B45D-10A73A4D9A4D}" destId="{64FDCEDB-A89B-4039-A6B2-98487CD7D60A}" srcOrd="3" destOrd="0" presId="urn:microsoft.com/office/officeart/2018/2/layout/IconVerticalSolidList"/>
    <dgm:cxn modelId="{AD86ADE9-02F4-4DF9-83DE-D7F2303716CB}" type="presParOf" srcId="{FDD344AE-0C4E-4D6B-A78A-9B9D876D8E3F}" destId="{0E8114CB-1088-4C3D-B672-739AC38CB557}" srcOrd="11" destOrd="0" presId="urn:microsoft.com/office/officeart/2018/2/layout/IconVerticalSolidList"/>
    <dgm:cxn modelId="{D4A346B5-A8DE-46D1-8F3F-D25BDC3B2D17}" type="presParOf" srcId="{FDD344AE-0C4E-4D6B-A78A-9B9D876D8E3F}" destId="{23763927-BED0-41FE-B2F8-F6F43A1951EC}" srcOrd="12" destOrd="0" presId="urn:microsoft.com/office/officeart/2018/2/layout/IconVerticalSolidList"/>
    <dgm:cxn modelId="{C9774AF9-1D7E-484F-B7D3-65B17F4BE721}" type="presParOf" srcId="{23763927-BED0-41FE-B2F8-F6F43A1951EC}" destId="{207B636B-CE99-44A3-8662-F21E437BAC81}" srcOrd="0" destOrd="0" presId="urn:microsoft.com/office/officeart/2018/2/layout/IconVerticalSolidList"/>
    <dgm:cxn modelId="{25C7EB3B-1792-4A01-BC83-C0A471DDC0ED}" type="presParOf" srcId="{23763927-BED0-41FE-B2F8-F6F43A1951EC}" destId="{FACF86E7-965A-4222-9327-37437C49647C}" srcOrd="1" destOrd="0" presId="urn:microsoft.com/office/officeart/2018/2/layout/IconVerticalSolidList"/>
    <dgm:cxn modelId="{B98283A6-35E7-4C6C-9761-BEA71ACD751B}" type="presParOf" srcId="{23763927-BED0-41FE-B2F8-F6F43A1951EC}" destId="{B3DDC1A9-5287-440C-B01E-5E8D90C5A8FD}" srcOrd="2" destOrd="0" presId="urn:microsoft.com/office/officeart/2018/2/layout/IconVerticalSolidList"/>
    <dgm:cxn modelId="{175AC8D3-3DC7-4CB0-A565-025CF4EC16C5}" type="presParOf" srcId="{23763927-BED0-41FE-B2F8-F6F43A1951EC}" destId="{3D53292E-EE12-4750-9BFB-7BF2E89FF10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C0A114E-5235-4EE8-9493-BD23F165A4EB}" type="doc">
      <dgm:prSet loTypeId="urn:microsoft.com/office/officeart/2008/layout/LinedList" loCatId="list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D622BD7B-CE79-4BED-828B-A49B225BAB84}">
      <dgm:prSet/>
      <dgm:spPr/>
      <dgm:t>
        <a:bodyPr/>
        <a:lstStyle/>
        <a:p>
          <a:r>
            <a:rPr lang="en-US" b="1" i="0" baseline="0"/>
            <a:t>Features Used:</a:t>
          </a:r>
          <a:endParaRPr lang="en-US"/>
        </a:p>
      </dgm:t>
    </dgm:pt>
    <dgm:pt modelId="{C8E4D0FE-5991-4151-A9BB-E4AB4C69B4BC}" type="parTrans" cxnId="{58FC0EF8-C7B8-49EC-8F4E-F1C1530D1953}">
      <dgm:prSet/>
      <dgm:spPr/>
      <dgm:t>
        <a:bodyPr/>
        <a:lstStyle/>
        <a:p>
          <a:endParaRPr lang="en-US"/>
        </a:p>
      </dgm:t>
    </dgm:pt>
    <dgm:pt modelId="{CEBF51D7-7F3A-4638-8D2C-04B3787A4DB9}" type="sibTrans" cxnId="{58FC0EF8-C7B8-49EC-8F4E-F1C1530D1953}">
      <dgm:prSet/>
      <dgm:spPr/>
      <dgm:t>
        <a:bodyPr/>
        <a:lstStyle/>
        <a:p>
          <a:endParaRPr lang="en-US"/>
        </a:p>
      </dgm:t>
    </dgm:pt>
    <dgm:pt modelId="{F5E496F8-B1D3-4EFF-9C7C-E058693AA472}">
      <dgm:prSet/>
      <dgm:spPr/>
      <dgm:t>
        <a:bodyPr/>
        <a:lstStyle/>
        <a:p>
          <a:r>
            <a:rPr lang="en-US" b="0" err="1"/>
            <a:t>servingCellRSRP</a:t>
          </a:r>
          <a:endParaRPr lang="en-US"/>
        </a:p>
      </dgm:t>
    </dgm:pt>
    <dgm:pt modelId="{7012C087-3F33-49C0-A802-2C37B57580ED}" type="parTrans" cxnId="{05645C84-81CA-4312-A4D9-F2F5CD0E10C6}">
      <dgm:prSet/>
      <dgm:spPr/>
      <dgm:t>
        <a:bodyPr/>
        <a:lstStyle/>
        <a:p>
          <a:endParaRPr lang="en-US"/>
        </a:p>
      </dgm:t>
    </dgm:pt>
    <dgm:pt modelId="{70EFFC97-7B78-4345-A201-C49A32F8064A}" type="sibTrans" cxnId="{05645C84-81CA-4312-A4D9-F2F5CD0E10C6}">
      <dgm:prSet/>
      <dgm:spPr/>
      <dgm:t>
        <a:bodyPr/>
        <a:lstStyle/>
        <a:p>
          <a:endParaRPr lang="en-US"/>
        </a:p>
      </dgm:t>
    </dgm:pt>
    <dgm:pt modelId="{705998E3-07D6-48AC-846E-55E0C1498834}">
      <dgm:prSet/>
      <dgm:spPr/>
      <dgm:t>
        <a:bodyPr/>
        <a:lstStyle/>
        <a:p>
          <a:r>
            <a:rPr lang="en-US" b="0" err="1"/>
            <a:t>bestCellRSRP</a:t>
          </a:r>
          <a:endParaRPr lang="en-US"/>
        </a:p>
      </dgm:t>
    </dgm:pt>
    <dgm:pt modelId="{C4F9E130-C30F-41FC-B83A-8FD860C6099A}" type="parTrans" cxnId="{F25F5FC4-82DF-444D-AA21-2F3A702580EE}">
      <dgm:prSet/>
      <dgm:spPr/>
      <dgm:t>
        <a:bodyPr/>
        <a:lstStyle/>
        <a:p>
          <a:endParaRPr lang="en-US"/>
        </a:p>
      </dgm:t>
    </dgm:pt>
    <dgm:pt modelId="{70AABFD2-48AA-498E-8332-E018E1A63052}" type="sibTrans" cxnId="{F25F5FC4-82DF-444D-AA21-2F3A702580EE}">
      <dgm:prSet/>
      <dgm:spPr/>
      <dgm:t>
        <a:bodyPr/>
        <a:lstStyle/>
        <a:p>
          <a:endParaRPr lang="en-US"/>
        </a:p>
      </dgm:t>
    </dgm:pt>
    <dgm:pt modelId="{21EDB883-983A-4B38-9D96-96661AD803D6}">
      <dgm:prSet/>
      <dgm:spPr/>
      <dgm:t>
        <a:bodyPr/>
        <a:lstStyle/>
        <a:p>
          <a:r>
            <a:rPr lang="en-US" b="0" err="1"/>
            <a:t>num_cells_fulfilled</a:t>
          </a:r>
          <a:endParaRPr lang="en-US"/>
        </a:p>
      </dgm:t>
    </dgm:pt>
    <dgm:pt modelId="{72BC008A-CB4F-4E62-8675-D3D57275C676}" type="parTrans" cxnId="{8B871D48-CBFB-4072-B8B0-CF0E2EAE42B8}">
      <dgm:prSet/>
      <dgm:spPr/>
      <dgm:t>
        <a:bodyPr/>
        <a:lstStyle/>
        <a:p>
          <a:endParaRPr lang="en-US"/>
        </a:p>
      </dgm:t>
    </dgm:pt>
    <dgm:pt modelId="{482A8F6E-20B2-46A7-9459-F2B936CD5FB3}" type="sibTrans" cxnId="{8B871D48-CBFB-4072-B8B0-CF0E2EAE42B8}">
      <dgm:prSet/>
      <dgm:spPr/>
      <dgm:t>
        <a:bodyPr/>
        <a:lstStyle/>
        <a:p>
          <a:endParaRPr lang="en-US"/>
        </a:p>
      </dgm:t>
    </dgm:pt>
    <dgm:pt modelId="{49CAF6DD-DAA9-4790-9663-F77B1E25882D}">
      <dgm:prSet/>
      <dgm:spPr/>
      <dgm:t>
        <a:bodyPr/>
        <a:lstStyle/>
        <a:p>
          <a:r>
            <a:rPr lang="en-US" b="1" i="0" baseline="0"/>
            <a:t>Algorithms:</a:t>
          </a:r>
          <a:endParaRPr lang="en-US"/>
        </a:p>
      </dgm:t>
    </dgm:pt>
    <dgm:pt modelId="{7BFE5074-FDC6-4BC3-B22D-26143F05A7CC}" type="parTrans" cxnId="{70F62BAA-BE46-4688-9230-EDCA9DE26E82}">
      <dgm:prSet/>
      <dgm:spPr/>
      <dgm:t>
        <a:bodyPr/>
        <a:lstStyle/>
        <a:p>
          <a:endParaRPr lang="en-US"/>
        </a:p>
      </dgm:t>
    </dgm:pt>
    <dgm:pt modelId="{5100AC90-AEE6-4AC6-B410-516DA49E5BF5}" type="sibTrans" cxnId="{70F62BAA-BE46-4688-9230-EDCA9DE26E82}">
      <dgm:prSet/>
      <dgm:spPr/>
      <dgm:t>
        <a:bodyPr/>
        <a:lstStyle/>
        <a:p>
          <a:endParaRPr lang="en-US"/>
        </a:p>
      </dgm:t>
    </dgm:pt>
    <dgm:pt modelId="{B02EDA87-C2BC-4F1F-82D5-F27B27221C45}">
      <dgm:prSet/>
      <dgm:spPr/>
      <dgm:t>
        <a:bodyPr/>
        <a:lstStyle/>
        <a:p>
          <a:r>
            <a:rPr lang="en-US" b="0" i="0" baseline="0"/>
            <a:t>Random Forest</a:t>
          </a:r>
          <a:endParaRPr lang="en-US"/>
        </a:p>
      </dgm:t>
    </dgm:pt>
    <dgm:pt modelId="{BFCAFA8A-129F-4A6D-8818-62DE41B01761}" type="parTrans" cxnId="{CF591FE7-943D-4B23-92FE-B91F5F445910}">
      <dgm:prSet/>
      <dgm:spPr/>
      <dgm:t>
        <a:bodyPr/>
        <a:lstStyle/>
        <a:p>
          <a:endParaRPr lang="en-US"/>
        </a:p>
      </dgm:t>
    </dgm:pt>
    <dgm:pt modelId="{049D0DA1-2C7B-4794-ACE2-3F5B11631767}" type="sibTrans" cxnId="{CF591FE7-943D-4B23-92FE-B91F5F445910}">
      <dgm:prSet/>
      <dgm:spPr/>
      <dgm:t>
        <a:bodyPr/>
        <a:lstStyle/>
        <a:p>
          <a:endParaRPr lang="en-US"/>
        </a:p>
      </dgm:t>
    </dgm:pt>
    <dgm:pt modelId="{380C5C64-8417-403B-9778-E935D7929479}">
      <dgm:prSet/>
      <dgm:spPr/>
      <dgm:t>
        <a:bodyPr/>
        <a:lstStyle/>
        <a:p>
          <a:r>
            <a:rPr lang="en-US" b="0" i="0" baseline="0"/>
            <a:t>XGBoost</a:t>
          </a:r>
          <a:endParaRPr lang="en-US"/>
        </a:p>
      </dgm:t>
    </dgm:pt>
    <dgm:pt modelId="{AA26D2D4-B2BD-4A87-8913-00DDE651123E}" type="parTrans" cxnId="{467BA975-06BB-46BF-BAC1-144AC13D7739}">
      <dgm:prSet/>
      <dgm:spPr/>
      <dgm:t>
        <a:bodyPr/>
        <a:lstStyle/>
        <a:p>
          <a:endParaRPr lang="en-US"/>
        </a:p>
      </dgm:t>
    </dgm:pt>
    <dgm:pt modelId="{F4C9F6EF-411F-4121-8CA9-535403856DFD}" type="sibTrans" cxnId="{467BA975-06BB-46BF-BAC1-144AC13D7739}">
      <dgm:prSet/>
      <dgm:spPr/>
      <dgm:t>
        <a:bodyPr/>
        <a:lstStyle/>
        <a:p>
          <a:endParaRPr lang="en-US"/>
        </a:p>
      </dgm:t>
    </dgm:pt>
    <dgm:pt modelId="{F6D36300-D094-480A-AC41-A9110508925F}">
      <dgm:prSet/>
      <dgm:spPr/>
      <dgm:t>
        <a:bodyPr/>
        <a:lstStyle/>
        <a:p>
          <a:r>
            <a:rPr lang="en-US" b="1" i="0" baseline="0"/>
            <a:t>All scenarios:</a:t>
          </a:r>
          <a:endParaRPr lang="en-US"/>
        </a:p>
      </dgm:t>
    </dgm:pt>
    <dgm:pt modelId="{73FA3843-D99C-4617-9EF4-44248D791DF7}" type="parTrans" cxnId="{F369E3EA-E4BC-497E-B6A9-F2806966774B}">
      <dgm:prSet/>
      <dgm:spPr/>
      <dgm:t>
        <a:bodyPr/>
        <a:lstStyle/>
        <a:p>
          <a:endParaRPr lang="en-US"/>
        </a:p>
      </dgm:t>
    </dgm:pt>
    <dgm:pt modelId="{EDE7C4C7-251F-49A4-9F9F-002B5E97DC82}" type="sibTrans" cxnId="{F369E3EA-E4BC-497E-B6A9-F2806966774B}">
      <dgm:prSet/>
      <dgm:spPr/>
      <dgm:t>
        <a:bodyPr/>
        <a:lstStyle/>
        <a:p>
          <a:endParaRPr lang="en-US"/>
        </a:p>
      </dgm:t>
    </dgm:pt>
    <dgm:pt modelId="{C52A633C-3D6B-4A08-9FED-0679BAE18F49}">
      <dgm:prSet/>
      <dgm:spPr/>
      <dgm:t>
        <a:bodyPr/>
        <a:lstStyle/>
        <a:p>
          <a:r>
            <a:rPr lang="en-US" b="0" i="0" baseline="0"/>
            <a:t>1 UE / 10 UEs</a:t>
          </a:r>
          <a:endParaRPr lang="en-US"/>
        </a:p>
      </dgm:t>
    </dgm:pt>
    <dgm:pt modelId="{CDB5EF3F-65AF-44D6-897C-600534B5EBC8}" type="parTrans" cxnId="{6544612C-1A09-41C6-83A3-7A9B1BAFE0CF}">
      <dgm:prSet/>
      <dgm:spPr/>
      <dgm:t>
        <a:bodyPr/>
        <a:lstStyle/>
        <a:p>
          <a:endParaRPr lang="en-US"/>
        </a:p>
      </dgm:t>
    </dgm:pt>
    <dgm:pt modelId="{4DA2B99D-6217-44FF-8236-122531FF69B6}" type="sibTrans" cxnId="{6544612C-1A09-41C6-83A3-7A9B1BAFE0CF}">
      <dgm:prSet/>
      <dgm:spPr/>
      <dgm:t>
        <a:bodyPr/>
        <a:lstStyle/>
        <a:p>
          <a:endParaRPr lang="en-US"/>
        </a:p>
      </dgm:t>
    </dgm:pt>
    <dgm:pt modelId="{C01E71D6-00A8-4CB9-A232-0ABCCF0EEB64}">
      <dgm:prSet/>
      <dgm:spPr/>
      <dgm:t>
        <a:bodyPr/>
        <a:lstStyle/>
        <a:p>
          <a:r>
            <a:rPr lang="en-US" b="0" i="0" baseline="0"/>
            <a:t>Pedestrian / Vehicle</a:t>
          </a:r>
          <a:endParaRPr lang="en-US"/>
        </a:p>
      </dgm:t>
    </dgm:pt>
    <dgm:pt modelId="{C91F0C99-D340-490A-B7DB-739FF01DEACA}" type="parTrans" cxnId="{5378C0AF-7AA0-400B-AF6B-4E1C44B42337}">
      <dgm:prSet/>
      <dgm:spPr/>
      <dgm:t>
        <a:bodyPr/>
        <a:lstStyle/>
        <a:p>
          <a:endParaRPr lang="en-US"/>
        </a:p>
      </dgm:t>
    </dgm:pt>
    <dgm:pt modelId="{9390562E-9D7C-4F47-BB11-C035D4201A60}" type="sibTrans" cxnId="{5378C0AF-7AA0-400B-AF6B-4E1C44B42337}">
      <dgm:prSet/>
      <dgm:spPr/>
      <dgm:t>
        <a:bodyPr/>
        <a:lstStyle/>
        <a:p>
          <a:endParaRPr lang="en-US"/>
        </a:p>
      </dgm:t>
    </dgm:pt>
    <dgm:pt modelId="{1B5DF3A4-E0AB-40CC-820A-5BC6D33D0ADA}" type="pres">
      <dgm:prSet presAssocID="{EC0A114E-5235-4EE8-9493-BD23F165A4EB}" presName="vert0" presStyleCnt="0">
        <dgm:presLayoutVars>
          <dgm:dir/>
          <dgm:animOne val="branch"/>
          <dgm:animLvl val="lvl"/>
        </dgm:presLayoutVars>
      </dgm:prSet>
      <dgm:spPr/>
    </dgm:pt>
    <dgm:pt modelId="{5349FCC1-7ECD-4B8B-A981-29DAA676770A}" type="pres">
      <dgm:prSet presAssocID="{D622BD7B-CE79-4BED-828B-A49B225BAB84}" presName="thickLine" presStyleLbl="alignNode1" presStyleIdx="0" presStyleCnt="10"/>
      <dgm:spPr/>
    </dgm:pt>
    <dgm:pt modelId="{0C470A70-B40E-459C-BF09-292E427CD20B}" type="pres">
      <dgm:prSet presAssocID="{D622BD7B-CE79-4BED-828B-A49B225BAB84}" presName="horz1" presStyleCnt="0"/>
      <dgm:spPr/>
    </dgm:pt>
    <dgm:pt modelId="{500F81F6-05A2-43F1-932F-171D34E9D93B}" type="pres">
      <dgm:prSet presAssocID="{D622BD7B-CE79-4BED-828B-A49B225BAB84}" presName="tx1" presStyleLbl="revTx" presStyleIdx="0" presStyleCnt="10"/>
      <dgm:spPr/>
    </dgm:pt>
    <dgm:pt modelId="{FEB38754-A6AA-4555-A65B-61AA90038715}" type="pres">
      <dgm:prSet presAssocID="{D622BD7B-CE79-4BED-828B-A49B225BAB84}" presName="vert1" presStyleCnt="0"/>
      <dgm:spPr/>
    </dgm:pt>
    <dgm:pt modelId="{B17C77ED-2BA5-491D-BAB3-DB2FA7DC45FA}" type="pres">
      <dgm:prSet presAssocID="{F5E496F8-B1D3-4EFF-9C7C-E058693AA472}" presName="thickLine" presStyleLbl="alignNode1" presStyleIdx="1" presStyleCnt="10"/>
      <dgm:spPr/>
    </dgm:pt>
    <dgm:pt modelId="{65604D3E-08D0-4E90-9F17-F24F11CE2A97}" type="pres">
      <dgm:prSet presAssocID="{F5E496F8-B1D3-4EFF-9C7C-E058693AA472}" presName="horz1" presStyleCnt="0"/>
      <dgm:spPr/>
    </dgm:pt>
    <dgm:pt modelId="{3207634D-1891-40BF-8A50-C09087A7020F}" type="pres">
      <dgm:prSet presAssocID="{F5E496F8-B1D3-4EFF-9C7C-E058693AA472}" presName="tx1" presStyleLbl="revTx" presStyleIdx="1" presStyleCnt="10"/>
      <dgm:spPr/>
    </dgm:pt>
    <dgm:pt modelId="{ED0C8359-70C4-4755-941F-81B7ED01EEE4}" type="pres">
      <dgm:prSet presAssocID="{F5E496F8-B1D3-4EFF-9C7C-E058693AA472}" presName="vert1" presStyleCnt="0"/>
      <dgm:spPr/>
    </dgm:pt>
    <dgm:pt modelId="{58BAD8EB-555F-411D-9EAE-848CA74E1B71}" type="pres">
      <dgm:prSet presAssocID="{705998E3-07D6-48AC-846E-55E0C1498834}" presName="thickLine" presStyleLbl="alignNode1" presStyleIdx="2" presStyleCnt="10"/>
      <dgm:spPr/>
    </dgm:pt>
    <dgm:pt modelId="{032F411C-760B-48F7-B531-763850CE49DA}" type="pres">
      <dgm:prSet presAssocID="{705998E3-07D6-48AC-846E-55E0C1498834}" presName="horz1" presStyleCnt="0"/>
      <dgm:spPr/>
    </dgm:pt>
    <dgm:pt modelId="{58D831B1-253F-4C1F-B7DA-650CD3C2C1EC}" type="pres">
      <dgm:prSet presAssocID="{705998E3-07D6-48AC-846E-55E0C1498834}" presName="tx1" presStyleLbl="revTx" presStyleIdx="2" presStyleCnt="10"/>
      <dgm:spPr/>
    </dgm:pt>
    <dgm:pt modelId="{230006C5-6A83-42BA-BF63-2BDEB20D6EB7}" type="pres">
      <dgm:prSet presAssocID="{705998E3-07D6-48AC-846E-55E0C1498834}" presName="vert1" presStyleCnt="0"/>
      <dgm:spPr/>
    </dgm:pt>
    <dgm:pt modelId="{33B0F90F-13DA-4198-BAA9-08CCA2AD4193}" type="pres">
      <dgm:prSet presAssocID="{21EDB883-983A-4B38-9D96-96661AD803D6}" presName="thickLine" presStyleLbl="alignNode1" presStyleIdx="3" presStyleCnt="10"/>
      <dgm:spPr/>
    </dgm:pt>
    <dgm:pt modelId="{098FCD7D-1C27-4A81-8E1A-F50BFDA05DE3}" type="pres">
      <dgm:prSet presAssocID="{21EDB883-983A-4B38-9D96-96661AD803D6}" presName="horz1" presStyleCnt="0"/>
      <dgm:spPr/>
    </dgm:pt>
    <dgm:pt modelId="{B28A08A7-7FD3-4C48-B2F0-244AE7A1DA64}" type="pres">
      <dgm:prSet presAssocID="{21EDB883-983A-4B38-9D96-96661AD803D6}" presName="tx1" presStyleLbl="revTx" presStyleIdx="3" presStyleCnt="10"/>
      <dgm:spPr/>
    </dgm:pt>
    <dgm:pt modelId="{26920FC0-340A-48B8-BE0F-96E31E9D39E6}" type="pres">
      <dgm:prSet presAssocID="{21EDB883-983A-4B38-9D96-96661AD803D6}" presName="vert1" presStyleCnt="0"/>
      <dgm:spPr/>
    </dgm:pt>
    <dgm:pt modelId="{B7832B3F-F32B-42B1-82F9-501296320359}" type="pres">
      <dgm:prSet presAssocID="{49CAF6DD-DAA9-4790-9663-F77B1E25882D}" presName="thickLine" presStyleLbl="alignNode1" presStyleIdx="4" presStyleCnt="10"/>
      <dgm:spPr/>
    </dgm:pt>
    <dgm:pt modelId="{D1F17E91-03D8-4FCB-89B5-D4C8955C23AD}" type="pres">
      <dgm:prSet presAssocID="{49CAF6DD-DAA9-4790-9663-F77B1E25882D}" presName="horz1" presStyleCnt="0"/>
      <dgm:spPr/>
    </dgm:pt>
    <dgm:pt modelId="{39A6BD23-B0E0-4EE3-B716-67B91687E83F}" type="pres">
      <dgm:prSet presAssocID="{49CAF6DD-DAA9-4790-9663-F77B1E25882D}" presName="tx1" presStyleLbl="revTx" presStyleIdx="4" presStyleCnt="10"/>
      <dgm:spPr/>
    </dgm:pt>
    <dgm:pt modelId="{4F5644C1-D236-4955-B5E3-C1B45504C5F2}" type="pres">
      <dgm:prSet presAssocID="{49CAF6DD-DAA9-4790-9663-F77B1E25882D}" presName="vert1" presStyleCnt="0"/>
      <dgm:spPr/>
    </dgm:pt>
    <dgm:pt modelId="{026DC5BB-83EB-432D-9B35-427DAF4F12E4}" type="pres">
      <dgm:prSet presAssocID="{B02EDA87-C2BC-4F1F-82D5-F27B27221C45}" presName="thickLine" presStyleLbl="alignNode1" presStyleIdx="5" presStyleCnt="10"/>
      <dgm:spPr/>
    </dgm:pt>
    <dgm:pt modelId="{63E30AC7-E2AF-4C16-B441-F34E43632D9D}" type="pres">
      <dgm:prSet presAssocID="{B02EDA87-C2BC-4F1F-82D5-F27B27221C45}" presName="horz1" presStyleCnt="0"/>
      <dgm:spPr/>
    </dgm:pt>
    <dgm:pt modelId="{F8179028-5C16-421D-80E3-20BDF2B13200}" type="pres">
      <dgm:prSet presAssocID="{B02EDA87-C2BC-4F1F-82D5-F27B27221C45}" presName="tx1" presStyleLbl="revTx" presStyleIdx="5" presStyleCnt="10"/>
      <dgm:spPr/>
    </dgm:pt>
    <dgm:pt modelId="{C04E84AA-758C-445F-9C1E-C2EEDA96A0C6}" type="pres">
      <dgm:prSet presAssocID="{B02EDA87-C2BC-4F1F-82D5-F27B27221C45}" presName="vert1" presStyleCnt="0"/>
      <dgm:spPr/>
    </dgm:pt>
    <dgm:pt modelId="{C0D19A00-5A66-4E18-92A4-C35B8F339091}" type="pres">
      <dgm:prSet presAssocID="{380C5C64-8417-403B-9778-E935D7929479}" presName="thickLine" presStyleLbl="alignNode1" presStyleIdx="6" presStyleCnt="10"/>
      <dgm:spPr/>
    </dgm:pt>
    <dgm:pt modelId="{8C6E22AC-92ED-470F-8867-3B6688E3248D}" type="pres">
      <dgm:prSet presAssocID="{380C5C64-8417-403B-9778-E935D7929479}" presName="horz1" presStyleCnt="0"/>
      <dgm:spPr/>
    </dgm:pt>
    <dgm:pt modelId="{E22B3ABE-EF16-4FC9-8631-E62B628F58CE}" type="pres">
      <dgm:prSet presAssocID="{380C5C64-8417-403B-9778-E935D7929479}" presName="tx1" presStyleLbl="revTx" presStyleIdx="6" presStyleCnt="10"/>
      <dgm:spPr/>
    </dgm:pt>
    <dgm:pt modelId="{78B7C585-8015-43D8-9EAB-12D81DDC1EFE}" type="pres">
      <dgm:prSet presAssocID="{380C5C64-8417-403B-9778-E935D7929479}" presName="vert1" presStyleCnt="0"/>
      <dgm:spPr/>
    </dgm:pt>
    <dgm:pt modelId="{B3242B8B-6181-4DF9-A94E-3739988FFD59}" type="pres">
      <dgm:prSet presAssocID="{F6D36300-D094-480A-AC41-A9110508925F}" presName="thickLine" presStyleLbl="alignNode1" presStyleIdx="7" presStyleCnt="10"/>
      <dgm:spPr/>
    </dgm:pt>
    <dgm:pt modelId="{0421D698-772D-43E4-9CB3-EE3BE4E76F04}" type="pres">
      <dgm:prSet presAssocID="{F6D36300-D094-480A-AC41-A9110508925F}" presName="horz1" presStyleCnt="0"/>
      <dgm:spPr/>
    </dgm:pt>
    <dgm:pt modelId="{2393C6EA-E2DB-4B66-B0B6-7C7F51ADC750}" type="pres">
      <dgm:prSet presAssocID="{F6D36300-D094-480A-AC41-A9110508925F}" presName="tx1" presStyleLbl="revTx" presStyleIdx="7" presStyleCnt="10"/>
      <dgm:spPr/>
    </dgm:pt>
    <dgm:pt modelId="{E6BF521B-5C80-4E9A-8826-00A3B7B81322}" type="pres">
      <dgm:prSet presAssocID="{F6D36300-D094-480A-AC41-A9110508925F}" presName="vert1" presStyleCnt="0"/>
      <dgm:spPr/>
    </dgm:pt>
    <dgm:pt modelId="{F6DC5A5B-7400-412A-9A91-531A9142BB33}" type="pres">
      <dgm:prSet presAssocID="{C52A633C-3D6B-4A08-9FED-0679BAE18F49}" presName="thickLine" presStyleLbl="alignNode1" presStyleIdx="8" presStyleCnt="10"/>
      <dgm:spPr/>
    </dgm:pt>
    <dgm:pt modelId="{04DCC09E-650E-48D3-96D3-6E4D5C0C75A0}" type="pres">
      <dgm:prSet presAssocID="{C52A633C-3D6B-4A08-9FED-0679BAE18F49}" presName="horz1" presStyleCnt="0"/>
      <dgm:spPr/>
    </dgm:pt>
    <dgm:pt modelId="{9A7C5F9D-0159-4E30-B24F-E69F934DC4C6}" type="pres">
      <dgm:prSet presAssocID="{C52A633C-3D6B-4A08-9FED-0679BAE18F49}" presName="tx1" presStyleLbl="revTx" presStyleIdx="8" presStyleCnt="10"/>
      <dgm:spPr/>
    </dgm:pt>
    <dgm:pt modelId="{72753167-04A8-4F26-A3F1-A5A824C90485}" type="pres">
      <dgm:prSet presAssocID="{C52A633C-3D6B-4A08-9FED-0679BAE18F49}" presName="vert1" presStyleCnt="0"/>
      <dgm:spPr/>
    </dgm:pt>
    <dgm:pt modelId="{B50442A8-8C49-4EEA-93DD-4388EA34B53F}" type="pres">
      <dgm:prSet presAssocID="{C01E71D6-00A8-4CB9-A232-0ABCCF0EEB64}" presName="thickLine" presStyleLbl="alignNode1" presStyleIdx="9" presStyleCnt="10"/>
      <dgm:spPr/>
    </dgm:pt>
    <dgm:pt modelId="{82499C93-C9E9-49D0-B6FB-798206B82CE5}" type="pres">
      <dgm:prSet presAssocID="{C01E71D6-00A8-4CB9-A232-0ABCCF0EEB64}" presName="horz1" presStyleCnt="0"/>
      <dgm:spPr/>
    </dgm:pt>
    <dgm:pt modelId="{A3576A87-A979-4CDC-AA86-9764DD1AEAF3}" type="pres">
      <dgm:prSet presAssocID="{C01E71D6-00A8-4CB9-A232-0ABCCF0EEB64}" presName="tx1" presStyleLbl="revTx" presStyleIdx="9" presStyleCnt="10"/>
      <dgm:spPr/>
    </dgm:pt>
    <dgm:pt modelId="{8F38B507-D2B0-4C41-AE20-07FE31611E94}" type="pres">
      <dgm:prSet presAssocID="{C01E71D6-00A8-4CB9-A232-0ABCCF0EEB64}" presName="vert1" presStyleCnt="0"/>
      <dgm:spPr/>
    </dgm:pt>
  </dgm:ptLst>
  <dgm:cxnLst>
    <dgm:cxn modelId="{1D99A11E-0820-4480-AC19-1116FC0AECCD}" type="presOf" srcId="{F6D36300-D094-480A-AC41-A9110508925F}" destId="{2393C6EA-E2DB-4B66-B0B6-7C7F51ADC750}" srcOrd="0" destOrd="0" presId="urn:microsoft.com/office/officeart/2008/layout/LinedList"/>
    <dgm:cxn modelId="{8F707223-3FC5-4059-BCA8-9B2002BA1155}" type="presOf" srcId="{705998E3-07D6-48AC-846E-55E0C1498834}" destId="{58D831B1-253F-4C1F-B7DA-650CD3C2C1EC}" srcOrd="0" destOrd="0" presId="urn:microsoft.com/office/officeart/2008/layout/LinedList"/>
    <dgm:cxn modelId="{6544612C-1A09-41C6-83A3-7A9B1BAFE0CF}" srcId="{EC0A114E-5235-4EE8-9493-BD23F165A4EB}" destId="{C52A633C-3D6B-4A08-9FED-0679BAE18F49}" srcOrd="8" destOrd="0" parTransId="{CDB5EF3F-65AF-44D6-897C-600534B5EBC8}" sibTransId="{4DA2B99D-6217-44FF-8236-122531FF69B6}"/>
    <dgm:cxn modelId="{E1F4633F-70D1-4E04-947D-87FD90B11E88}" type="presOf" srcId="{C52A633C-3D6B-4A08-9FED-0679BAE18F49}" destId="{9A7C5F9D-0159-4E30-B24F-E69F934DC4C6}" srcOrd="0" destOrd="0" presId="urn:microsoft.com/office/officeart/2008/layout/LinedList"/>
    <dgm:cxn modelId="{316CF040-DD3B-40B7-90C5-2C5400245017}" type="presOf" srcId="{C01E71D6-00A8-4CB9-A232-0ABCCF0EEB64}" destId="{A3576A87-A979-4CDC-AA86-9764DD1AEAF3}" srcOrd="0" destOrd="0" presId="urn:microsoft.com/office/officeart/2008/layout/LinedList"/>
    <dgm:cxn modelId="{8B871D48-CBFB-4072-B8B0-CF0E2EAE42B8}" srcId="{EC0A114E-5235-4EE8-9493-BD23F165A4EB}" destId="{21EDB883-983A-4B38-9D96-96661AD803D6}" srcOrd="3" destOrd="0" parTransId="{72BC008A-CB4F-4E62-8675-D3D57275C676}" sibTransId="{482A8F6E-20B2-46A7-9459-F2B936CD5FB3}"/>
    <dgm:cxn modelId="{80E4F058-B6DB-4BDB-9F69-16A2604DB818}" type="presOf" srcId="{21EDB883-983A-4B38-9D96-96661AD803D6}" destId="{B28A08A7-7FD3-4C48-B2F0-244AE7A1DA64}" srcOrd="0" destOrd="0" presId="urn:microsoft.com/office/officeart/2008/layout/LinedList"/>
    <dgm:cxn modelId="{467BA975-06BB-46BF-BAC1-144AC13D7739}" srcId="{EC0A114E-5235-4EE8-9493-BD23F165A4EB}" destId="{380C5C64-8417-403B-9778-E935D7929479}" srcOrd="6" destOrd="0" parTransId="{AA26D2D4-B2BD-4A87-8913-00DDE651123E}" sibTransId="{F4C9F6EF-411F-4121-8CA9-535403856DFD}"/>
    <dgm:cxn modelId="{3954A383-89BC-42A9-B01F-34D580B71FDE}" type="presOf" srcId="{EC0A114E-5235-4EE8-9493-BD23F165A4EB}" destId="{1B5DF3A4-E0AB-40CC-820A-5BC6D33D0ADA}" srcOrd="0" destOrd="0" presId="urn:microsoft.com/office/officeart/2008/layout/LinedList"/>
    <dgm:cxn modelId="{05645C84-81CA-4312-A4D9-F2F5CD0E10C6}" srcId="{EC0A114E-5235-4EE8-9493-BD23F165A4EB}" destId="{F5E496F8-B1D3-4EFF-9C7C-E058693AA472}" srcOrd="1" destOrd="0" parTransId="{7012C087-3F33-49C0-A802-2C37B57580ED}" sibTransId="{70EFFC97-7B78-4345-A201-C49A32F8064A}"/>
    <dgm:cxn modelId="{72AC248A-0BC4-4BAD-BE55-4ED234DEFB56}" type="presOf" srcId="{D622BD7B-CE79-4BED-828B-A49B225BAB84}" destId="{500F81F6-05A2-43F1-932F-171D34E9D93B}" srcOrd="0" destOrd="0" presId="urn:microsoft.com/office/officeart/2008/layout/LinedList"/>
    <dgm:cxn modelId="{70F62BAA-BE46-4688-9230-EDCA9DE26E82}" srcId="{EC0A114E-5235-4EE8-9493-BD23F165A4EB}" destId="{49CAF6DD-DAA9-4790-9663-F77B1E25882D}" srcOrd="4" destOrd="0" parTransId="{7BFE5074-FDC6-4BC3-B22D-26143F05A7CC}" sibTransId="{5100AC90-AEE6-4AC6-B410-516DA49E5BF5}"/>
    <dgm:cxn modelId="{5378C0AF-7AA0-400B-AF6B-4E1C44B42337}" srcId="{EC0A114E-5235-4EE8-9493-BD23F165A4EB}" destId="{C01E71D6-00A8-4CB9-A232-0ABCCF0EEB64}" srcOrd="9" destOrd="0" parTransId="{C91F0C99-D340-490A-B7DB-739FF01DEACA}" sibTransId="{9390562E-9D7C-4F47-BB11-C035D4201A60}"/>
    <dgm:cxn modelId="{D21780B7-74DA-4ABC-A658-0E43E430BA6F}" type="presOf" srcId="{B02EDA87-C2BC-4F1F-82D5-F27B27221C45}" destId="{F8179028-5C16-421D-80E3-20BDF2B13200}" srcOrd="0" destOrd="0" presId="urn:microsoft.com/office/officeart/2008/layout/LinedList"/>
    <dgm:cxn modelId="{1B64F8C0-9303-44CC-891E-A982C233B159}" type="presOf" srcId="{49CAF6DD-DAA9-4790-9663-F77B1E25882D}" destId="{39A6BD23-B0E0-4EE3-B716-67B91687E83F}" srcOrd="0" destOrd="0" presId="urn:microsoft.com/office/officeart/2008/layout/LinedList"/>
    <dgm:cxn modelId="{F25F5FC4-82DF-444D-AA21-2F3A702580EE}" srcId="{EC0A114E-5235-4EE8-9493-BD23F165A4EB}" destId="{705998E3-07D6-48AC-846E-55E0C1498834}" srcOrd="2" destOrd="0" parTransId="{C4F9E130-C30F-41FC-B83A-8FD860C6099A}" sibTransId="{70AABFD2-48AA-498E-8332-E018E1A63052}"/>
    <dgm:cxn modelId="{C6EE0CD0-13F9-4ECF-86F3-1CFC0B62B419}" type="presOf" srcId="{380C5C64-8417-403B-9778-E935D7929479}" destId="{E22B3ABE-EF16-4FC9-8631-E62B628F58CE}" srcOrd="0" destOrd="0" presId="urn:microsoft.com/office/officeart/2008/layout/LinedList"/>
    <dgm:cxn modelId="{CF591FE7-943D-4B23-92FE-B91F5F445910}" srcId="{EC0A114E-5235-4EE8-9493-BD23F165A4EB}" destId="{B02EDA87-C2BC-4F1F-82D5-F27B27221C45}" srcOrd="5" destOrd="0" parTransId="{BFCAFA8A-129F-4A6D-8818-62DE41B01761}" sibTransId="{049D0DA1-2C7B-4794-ACE2-3F5B11631767}"/>
    <dgm:cxn modelId="{F369E3EA-E4BC-497E-B6A9-F2806966774B}" srcId="{EC0A114E-5235-4EE8-9493-BD23F165A4EB}" destId="{F6D36300-D094-480A-AC41-A9110508925F}" srcOrd="7" destOrd="0" parTransId="{73FA3843-D99C-4617-9EF4-44248D791DF7}" sibTransId="{EDE7C4C7-251F-49A4-9F9F-002B5E97DC82}"/>
    <dgm:cxn modelId="{C9A2AAED-3CBC-4850-A892-44AE9D5EA85E}" type="presOf" srcId="{F5E496F8-B1D3-4EFF-9C7C-E058693AA472}" destId="{3207634D-1891-40BF-8A50-C09087A7020F}" srcOrd="0" destOrd="0" presId="urn:microsoft.com/office/officeart/2008/layout/LinedList"/>
    <dgm:cxn modelId="{58FC0EF8-C7B8-49EC-8F4E-F1C1530D1953}" srcId="{EC0A114E-5235-4EE8-9493-BD23F165A4EB}" destId="{D622BD7B-CE79-4BED-828B-A49B225BAB84}" srcOrd="0" destOrd="0" parTransId="{C8E4D0FE-5991-4151-A9BB-E4AB4C69B4BC}" sibTransId="{CEBF51D7-7F3A-4638-8D2C-04B3787A4DB9}"/>
    <dgm:cxn modelId="{E0B2130C-342B-461A-B818-2F65CE925EE0}" type="presParOf" srcId="{1B5DF3A4-E0AB-40CC-820A-5BC6D33D0ADA}" destId="{5349FCC1-7ECD-4B8B-A981-29DAA676770A}" srcOrd="0" destOrd="0" presId="urn:microsoft.com/office/officeart/2008/layout/LinedList"/>
    <dgm:cxn modelId="{64062C41-8805-4472-BACC-2228AC79A095}" type="presParOf" srcId="{1B5DF3A4-E0AB-40CC-820A-5BC6D33D0ADA}" destId="{0C470A70-B40E-459C-BF09-292E427CD20B}" srcOrd="1" destOrd="0" presId="urn:microsoft.com/office/officeart/2008/layout/LinedList"/>
    <dgm:cxn modelId="{6AAB91B7-2294-4BDF-AE84-F5022A1FD0F8}" type="presParOf" srcId="{0C470A70-B40E-459C-BF09-292E427CD20B}" destId="{500F81F6-05A2-43F1-932F-171D34E9D93B}" srcOrd="0" destOrd="0" presId="urn:microsoft.com/office/officeart/2008/layout/LinedList"/>
    <dgm:cxn modelId="{357109D5-BB53-4D7B-9A19-7F89A3BB7EA1}" type="presParOf" srcId="{0C470A70-B40E-459C-BF09-292E427CD20B}" destId="{FEB38754-A6AA-4555-A65B-61AA90038715}" srcOrd="1" destOrd="0" presId="urn:microsoft.com/office/officeart/2008/layout/LinedList"/>
    <dgm:cxn modelId="{32443673-0A15-449A-8B26-42FA4515C3C0}" type="presParOf" srcId="{1B5DF3A4-E0AB-40CC-820A-5BC6D33D0ADA}" destId="{B17C77ED-2BA5-491D-BAB3-DB2FA7DC45FA}" srcOrd="2" destOrd="0" presId="urn:microsoft.com/office/officeart/2008/layout/LinedList"/>
    <dgm:cxn modelId="{03D4494C-CC9E-433F-A39B-A1F491FF16CF}" type="presParOf" srcId="{1B5DF3A4-E0AB-40CC-820A-5BC6D33D0ADA}" destId="{65604D3E-08D0-4E90-9F17-F24F11CE2A97}" srcOrd="3" destOrd="0" presId="urn:microsoft.com/office/officeart/2008/layout/LinedList"/>
    <dgm:cxn modelId="{BF99356A-BCC1-478D-B121-30AFB60476E1}" type="presParOf" srcId="{65604D3E-08D0-4E90-9F17-F24F11CE2A97}" destId="{3207634D-1891-40BF-8A50-C09087A7020F}" srcOrd="0" destOrd="0" presId="urn:microsoft.com/office/officeart/2008/layout/LinedList"/>
    <dgm:cxn modelId="{878C3C5E-D3CD-4F84-BB5A-F9F12309BF5A}" type="presParOf" srcId="{65604D3E-08D0-4E90-9F17-F24F11CE2A97}" destId="{ED0C8359-70C4-4755-941F-81B7ED01EEE4}" srcOrd="1" destOrd="0" presId="urn:microsoft.com/office/officeart/2008/layout/LinedList"/>
    <dgm:cxn modelId="{F209648B-F561-49CA-A440-3B25AEF1591E}" type="presParOf" srcId="{1B5DF3A4-E0AB-40CC-820A-5BC6D33D0ADA}" destId="{58BAD8EB-555F-411D-9EAE-848CA74E1B71}" srcOrd="4" destOrd="0" presId="urn:microsoft.com/office/officeart/2008/layout/LinedList"/>
    <dgm:cxn modelId="{8A24B376-7517-4EFA-9986-AED43ADDED03}" type="presParOf" srcId="{1B5DF3A4-E0AB-40CC-820A-5BC6D33D0ADA}" destId="{032F411C-760B-48F7-B531-763850CE49DA}" srcOrd="5" destOrd="0" presId="urn:microsoft.com/office/officeart/2008/layout/LinedList"/>
    <dgm:cxn modelId="{C13423AC-3758-4C3B-95C2-77BCA04A08B2}" type="presParOf" srcId="{032F411C-760B-48F7-B531-763850CE49DA}" destId="{58D831B1-253F-4C1F-B7DA-650CD3C2C1EC}" srcOrd="0" destOrd="0" presId="urn:microsoft.com/office/officeart/2008/layout/LinedList"/>
    <dgm:cxn modelId="{4C6425CD-AA84-4934-BD6F-23F221C634E1}" type="presParOf" srcId="{032F411C-760B-48F7-B531-763850CE49DA}" destId="{230006C5-6A83-42BA-BF63-2BDEB20D6EB7}" srcOrd="1" destOrd="0" presId="urn:microsoft.com/office/officeart/2008/layout/LinedList"/>
    <dgm:cxn modelId="{BE9E27E6-040B-472E-AF7B-96DC95FE1CC9}" type="presParOf" srcId="{1B5DF3A4-E0AB-40CC-820A-5BC6D33D0ADA}" destId="{33B0F90F-13DA-4198-BAA9-08CCA2AD4193}" srcOrd="6" destOrd="0" presId="urn:microsoft.com/office/officeart/2008/layout/LinedList"/>
    <dgm:cxn modelId="{C0E3946A-C286-4D71-87F5-A791EF5C7CAF}" type="presParOf" srcId="{1B5DF3A4-E0AB-40CC-820A-5BC6D33D0ADA}" destId="{098FCD7D-1C27-4A81-8E1A-F50BFDA05DE3}" srcOrd="7" destOrd="0" presId="urn:microsoft.com/office/officeart/2008/layout/LinedList"/>
    <dgm:cxn modelId="{E3A88A32-C756-445B-895F-84F17950F1B9}" type="presParOf" srcId="{098FCD7D-1C27-4A81-8E1A-F50BFDA05DE3}" destId="{B28A08A7-7FD3-4C48-B2F0-244AE7A1DA64}" srcOrd="0" destOrd="0" presId="urn:microsoft.com/office/officeart/2008/layout/LinedList"/>
    <dgm:cxn modelId="{5B049D86-80F5-4AEA-9768-8FCECB70DAFE}" type="presParOf" srcId="{098FCD7D-1C27-4A81-8E1A-F50BFDA05DE3}" destId="{26920FC0-340A-48B8-BE0F-96E31E9D39E6}" srcOrd="1" destOrd="0" presId="urn:microsoft.com/office/officeart/2008/layout/LinedList"/>
    <dgm:cxn modelId="{1D5F7A56-645F-4A0A-BB2C-C5F47E2C235D}" type="presParOf" srcId="{1B5DF3A4-E0AB-40CC-820A-5BC6D33D0ADA}" destId="{B7832B3F-F32B-42B1-82F9-501296320359}" srcOrd="8" destOrd="0" presId="urn:microsoft.com/office/officeart/2008/layout/LinedList"/>
    <dgm:cxn modelId="{B98D7DC2-AE3E-49FB-BB1A-8EC976EA001E}" type="presParOf" srcId="{1B5DF3A4-E0AB-40CC-820A-5BC6D33D0ADA}" destId="{D1F17E91-03D8-4FCB-89B5-D4C8955C23AD}" srcOrd="9" destOrd="0" presId="urn:microsoft.com/office/officeart/2008/layout/LinedList"/>
    <dgm:cxn modelId="{3BAB4648-A6D3-433E-94D7-1F63A871CAD0}" type="presParOf" srcId="{D1F17E91-03D8-4FCB-89B5-D4C8955C23AD}" destId="{39A6BD23-B0E0-4EE3-B716-67B91687E83F}" srcOrd="0" destOrd="0" presId="urn:microsoft.com/office/officeart/2008/layout/LinedList"/>
    <dgm:cxn modelId="{B61E65EC-F94A-478E-9AF5-2F29887DABB9}" type="presParOf" srcId="{D1F17E91-03D8-4FCB-89B5-D4C8955C23AD}" destId="{4F5644C1-D236-4955-B5E3-C1B45504C5F2}" srcOrd="1" destOrd="0" presId="urn:microsoft.com/office/officeart/2008/layout/LinedList"/>
    <dgm:cxn modelId="{5B5D126F-5766-4D48-9089-C3DE26D2CDBC}" type="presParOf" srcId="{1B5DF3A4-E0AB-40CC-820A-5BC6D33D0ADA}" destId="{026DC5BB-83EB-432D-9B35-427DAF4F12E4}" srcOrd="10" destOrd="0" presId="urn:microsoft.com/office/officeart/2008/layout/LinedList"/>
    <dgm:cxn modelId="{E6753E4C-545F-4959-ABA4-60900D3B639D}" type="presParOf" srcId="{1B5DF3A4-E0AB-40CC-820A-5BC6D33D0ADA}" destId="{63E30AC7-E2AF-4C16-B441-F34E43632D9D}" srcOrd="11" destOrd="0" presId="urn:microsoft.com/office/officeart/2008/layout/LinedList"/>
    <dgm:cxn modelId="{7BF1206B-80C9-40E2-B26A-8A7B88B02F9B}" type="presParOf" srcId="{63E30AC7-E2AF-4C16-B441-F34E43632D9D}" destId="{F8179028-5C16-421D-80E3-20BDF2B13200}" srcOrd="0" destOrd="0" presId="urn:microsoft.com/office/officeart/2008/layout/LinedList"/>
    <dgm:cxn modelId="{A7473EE1-235C-46FB-AEDD-7C438EBD8B21}" type="presParOf" srcId="{63E30AC7-E2AF-4C16-B441-F34E43632D9D}" destId="{C04E84AA-758C-445F-9C1E-C2EEDA96A0C6}" srcOrd="1" destOrd="0" presId="urn:microsoft.com/office/officeart/2008/layout/LinedList"/>
    <dgm:cxn modelId="{8EFEAF5C-FF01-418E-A4BF-D25C1D3B53EB}" type="presParOf" srcId="{1B5DF3A4-E0AB-40CC-820A-5BC6D33D0ADA}" destId="{C0D19A00-5A66-4E18-92A4-C35B8F339091}" srcOrd="12" destOrd="0" presId="urn:microsoft.com/office/officeart/2008/layout/LinedList"/>
    <dgm:cxn modelId="{A766390F-FE6B-4593-8BD1-0C58C48B53B5}" type="presParOf" srcId="{1B5DF3A4-E0AB-40CC-820A-5BC6D33D0ADA}" destId="{8C6E22AC-92ED-470F-8867-3B6688E3248D}" srcOrd="13" destOrd="0" presId="urn:microsoft.com/office/officeart/2008/layout/LinedList"/>
    <dgm:cxn modelId="{00947298-6533-46E0-BB8A-E08B778A2876}" type="presParOf" srcId="{8C6E22AC-92ED-470F-8867-3B6688E3248D}" destId="{E22B3ABE-EF16-4FC9-8631-E62B628F58CE}" srcOrd="0" destOrd="0" presId="urn:microsoft.com/office/officeart/2008/layout/LinedList"/>
    <dgm:cxn modelId="{4AA8B39C-B463-4274-8546-7A8CC8F9934F}" type="presParOf" srcId="{8C6E22AC-92ED-470F-8867-3B6688E3248D}" destId="{78B7C585-8015-43D8-9EAB-12D81DDC1EFE}" srcOrd="1" destOrd="0" presId="urn:microsoft.com/office/officeart/2008/layout/LinedList"/>
    <dgm:cxn modelId="{25BCA083-8FB9-48E7-8BC1-A37FA009488E}" type="presParOf" srcId="{1B5DF3A4-E0AB-40CC-820A-5BC6D33D0ADA}" destId="{B3242B8B-6181-4DF9-A94E-3739988FFD59}" srcOrd="14" destOrd="0" presId="urn:microsoft.com/office/officeart/2008/layout/LinedList"/>
    <dgm:cxn modelId="{45884AAC-E63A-4BA4-B773-78594A760D1C}" type="presParOf" srcId="{1B5DF3A4-E0AB-40CC-820A-5BC6D33D0ADA}" destId="{0421D698-772D-43E4-9CB3-EE3BE4E76F04}" srcOrd="15" destOrd="0" presId="urn:microsoft.com/office/officeart/2008/layout/LinedList"/>
    <dgm:cxn modelId="{B8B15B3C-0032-46FF-B4EA-F1BC0AA0734B}" type="presParOf" srcId="{0421D698-772D-43E4-9CB3-EE3BE4E76F04}" destId="{2393C6EA-E2DB-4B66-B0B6-7C7F51ADC750}" srcOrd="0" destOrd="0" presId="urn:microsoft.com/office/officeart/2008/layout/LinedList"/>
    <dgm:cxn modelId="{793BF900-30C7-48B7-A90D-689CA1811B92}" type="presParOf" srcId="{0421D698-772D-43E4-9CB3-EE3BE4E76F04}" destId="{E6BF521B-5C80-4E9A-8826-00A3B7B81322}" srcOrd="1" destOrd="0" presId="urn:microsoft.com/office/officeart/2008/layout/LinedList"/>
    <dgm:cxn modelId="{8C958A61-1C5C-4138-8376-28CF9515B68D}" type="presParOf" srcId="{1B5DF3A4-E0AB-40CC-820A-5BC6D33D0ADA}" destId="{F6DC5A5B-7400-412A-9A91-531A9142BB33}" srcOrd="16" destOrd="0" presId="urn:microsoft.com/office/officeart/2008/layout/LinedList"/>
    <dgm:cxn modelId="{D8950C5C-9B73-4AF0-847E-E01F118E19C9}" type="presParOf" srcId="{1B5DF3A4-E0AB-40CC-820A-5BC6D33D0ADA}" destId="{04DCC09E-650E-48D3-96D3-6E4D5C0C75A0}" srcOrd="17" destOrd="0" presId="urn:microsoft.com/office/officeart/2008/layout/LinedList"/>
    <dgm:cxn modelId="{BA4156A0-8122-43F4-8BA1-562B5E98773F}" type="presParOf" srcId="{04DCC09E-650E-48D3-96D3-6E4D5C0C75A0}" destId="{9A7C5F9D-0159-4E30-B24F-E69F934DC4C6}" srcOrd="0" destOrd="0" presId="urn:microsoft.com/office/officeart/2008/layout/LinedList"/>
    <dgm:cxn modelId="{933A670E-73FE-42E1-9BDB-4CBAF3AC11E7}" type="presParOf" srcId="{04DCC09E-650E-48D3-96D3-6E4D5C0C75A0}" destId="{72753167-04A8-4F26-A3F1-A5A824C90485}" srcOrd="1" destOrd="0" presId="urn:microsoft.com/office/officeart/2008/layout/LinedList"/>
    <dgm:cxn modelId="{D9D2D873-04A5-44F1-B94A-AFCC5C778A7F}" type="presParOf" srcId="{1B5DF3A4-E0AB-40CC-820A-5BC6D33D0ADA}" destId="{B50442A8-8C49-4EEA-93DD-4388EA34B53F}" srcOrd="18" destOrd="0" presId="urn:microsoft.com/office/officeart/2008/layout/LinedList"/>
    <dgm:cxn modelId="{7AF91884-E29A-4C75-BA3F-6B26753A97B5}" type="presParOf" srcId="{1B5DF3A4-E0AB-40CC-820A-5BC6D33D0ADA}" destId="{82499C93-C9E9-49D0-B6FB-798206B82CE5}" srcOrd="19" destOrd="0" presId="urn:microsoft.com/office/officeart/2008/layout/LinedList"/>
    <dgm:cxn modelId="{993F2608-2CB6-4E0A-A8E9-EFB83AAD3DF9}" type="presParOf" srcId="{82499C93-C9E9-49D0-B6FB-798206B82CE5}" destId="{A3576A87-A979-4CDC-AA86-9764DD1AEAF3}" srcOrd="0" destOrd="0" presId="urn:microsoft.com/office/officeart/2008/layout/LinedList"/>
    <dgm:cxn modelId="{3DDEF541-3F67-451B-82E8-D50C82FFB856}" type="presParOf" srcId="{82499C93-C9E9-49D0-B6FB-798206B82CE5}" destId="{8F38B507-D2B0-4C41-AE20-07FE31611E9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C0A114E-5235-4EE8-9493-BD23F165A4EB}" type="doc">
      <dgm:prSet loTypeId="urn:microsoft.com/office/officeart/2008/layout/LinedList" loCatId="list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D622BD7B-CE79-4BED-828B-A49B225BAB84}">
      <dgm:prSet/>
      <dgm:spPr/>
      <dgm:t>
        <a:bodyPr/>
        <a:lstStyle/>
        <a:p>
          <a:r>
            <a:rPr lang="en-US" b="1" i="0" baseline="0"/>
            <a:t>Features Used:</a:t>
          </a:r>
          <a:endParaRPr lang="en-US"/>
        </a:p>
      </dgm:t>
    </dgm:pt>
    <dgm:pt modelId="{C8E4D0FE-5991-4151-A9BB-E4AB4C69B4BC}" type="parTrans" cxnId="{58FC0EF8-C7B8-49EC-8F4E-F1C1530D1953}">
      <dgm:prSet/>
      <dgm:spPr/>
      <dgm:t>
        <a:bodyPr/>
        <a:lstStyle/>
        <a:p>
          <a:endParaRPr lang="en-US"/>
        </a:p>
      </dgm:t>
    </dgm:pt>
    <dgm:pt modelId="{CEBF51D7-7F3A-4638-8D2C-04B3787A4DB9}" type="sibTrans" cxnId="{58FC0EF8-C7B8-49EC-8F4E-F1C1530D1953}">
      <dgm:prSet/>
      <dgm:spPr/>
      <dgm:t>
        <a:bodyPr/>
        <a:lstStyle/>
        <a:p>
          <a:endParaRPr lang="en-US"/>
        </a:p>
      </dgm:t>
    </dgm:pt>
    <dgm:pt modelId="{F5E496F8-B1D3-4EFF-9C7C-E058693AA472}">
      <dgm:prSet/>
      <dgm:spPr/>
      <dgm:t>
        <a:bodyPr/>
        <a:lstStyle/>
        <a:p>
          <a:r>
            <a:rPr lang="en-US" b="0" i="0" baseline="0"/>
            <a:t>servingCellId</a:t>
          </a:r>
          <a:endParaRPr lang="en-US"/>
        </a:p>
      </dgm:t>
    </dgm:pt>
    <dgm:pt modelId="{7012C087-3F33-49C0-A802-2C37B57580ED}" type="parTrans" cxnId="{05645C84-81CA-4312-A4D9-F2F5CD0E10C6}">
      <dgm:prSet/>
      <dgm:spPr/>
      <dgm:t>
        <a:bodyPr/>
        <a:lstStyle/>
        <a:p>
          <a:endParaRPr lang="en-US"/>
        </a:p>
      </dgm:t>
    </dgm:pt>
    <dgm:pt modelId="{70EFFC97-7B78-4345-A201-C49A32F8064A}" type="sibTrans" cxnId="{05645C84-81CA-4312-A4D9-F2F5CD0E10C6}">
      <dgm:prSet/>
      <dgm:spPr/>
      <dgm:t>
        <a:bodyPr/>
        <a:lstStyle/>
        <a:p>
          <a:endParaRPr lang="en-US"/>
        </a:p>
      </dgm:t>
    </dgm:pt>
    <dgm:pt modelId="{705998E3-07D6-48AC-846E-55E0C1498834}">
      <dgm:prSet/>
      <dgm:spPr/>
      <dgm:t>
        <a:bodyPr/>
        <a:lstStyle/>
        <a:p>
          <a:r>
            <a:rPr lang="en-US" b="0" i="0" baseline="0" err="1"/>
            <a:t>bestCellId</a:t>
          </a:r>
          <a:endParaRPr lang="en-US"/>
        </a:p>
      </dgm:t>
    </dgm:pt>
    <dgm:pt modelId="{C4F9E130-C30F-41FC-B83A-8FD860C6099A}" type="parTrans" cxnId="{F25F5FC4-82DF-444D-AA21-2F3A702580EE}">
      <dgm:prSet/>
      <dgm:spPr/>
      <dgm:t>
        <a:bodyPr/>
        <a:lstStyle/>
        <a:p>
          <a:endParaRPr lang="en-US"/>
        </a:p>
      </dgm:t>
    </dgm:pt>
    <dgm:pt modelId="{70AABFD2-48AA-498E-8332-E018E1A63052}" type="sibTrans" cxnId="{F25F5FC4-82DF-444D-AA21-2F3A702580EE}">
      <dgm:prSet/>
      <dgm:spPr/>
      <dgm:t>
        <a:bodyPr/>
        <a:lstStyle/>
        <a:p>
          <a:endParaRPr lang="en-US"/>
        </a:p>
      </dgm:t>
    </dgm:pt>
    <dgm:pt modelId="{21EDB883-983A-4B38-9D96-96661AD803D6}">
      <dgm:prSet/>
      <dgm:spPr/>
      <dgm:t>
        <a:bodyPr/>
        <a:lstStyle/>
        <a:p>
          <a:r>
            <a:rPr lang="en-US" b="0" i="0" baseline="0" err="1"/>
            <a:t>rsrp_diff</a:t>
          </a:r>
          <a:endParaRPr lang="en-US"/>
        </a:p>
      </dgm:t>
    </dgm:pt>
    <dgm:pt modelId="{72BC008A-CB4F-4E62-8675-D3D57275C676}" type="parTrans" cxnId="{8B871D48-CBFB-4072-B8B0-CF0E2EAE42B8}">
      <dgm:prSet/>
      <dgm:spPr/>
      <dgm:t>
        <a:bodyPr/>
        <a:lstStyle/>
        <a:p>
          <a:endParaRPr lang="en-US"/>
        </a:p>
      </dgm:t>
    </dgm:pt>
    <dgm:pt modelId="{482A8F6E-20B2-46A7-9459-F2B936CD5FB3}" type="sibTrans" cxnId="{8B871D48-CBFB-4072-B8B0-CF0E2EAE42B8}">
      <dgm:prSet/>
      <dgm:spPr/>
      <dgm:t>
        <a:bodyPr/>
        <a:lstStyle/>
        <a:p>
          <a:endParaRPr lang="en-US"/>
        </a:p>
      </dgm:t>
    </dgm:pt>
    <dgm:pt modelId="{49CAF6DD-DAA9-4790-9663-F77B1E25882D}">
      <dgm:prSet/>
      <dgm:spPr/>
      <dgm:t>
        <a:bodyPr/>
        <a:lstStyle/>
        <a:p>
          <a:r>
            <a:rPr lang="en-US" b="1" i="0" baseline="0"/>
            <a:t>Algorithms:</a:t>
          </a:r>
          <a:endParaRPr lang="en-US"/>
        </a:p>
      </dgm:t>
    </dgm:pt>
    <dgm:pt modelId="{7BFE5074-FDC6-4BC3-B22D-26143F05A7CC}" type="parTrans" cxnId="{70F62BAA-BE46-4688-9230-EDCA9DE26E82}">
      <dgm:prSet/>
      <dgm:spPr/>
      <dgm:t>
        <a:bodyPr/>
        <a:lstStyle/>
        <a:p>
          <a:endParaRPr lang="en-US"/>
        </a:p>
      </dgm:t>
    </dgm:pt>
    <dgm:pt modelId="{5100AC90-AEE6-4AC6-B410-516DA49E5BF5}" type="sibTrans" cxnId="{70F62BAA-BE46-4688-9230-EDCA9DE26E82}">
      <dgm:prSet/>
      <dgm:spPr/>
      <dgm:t>
        <a:bodyPr/>
        <a:lstStyle/>
        <a:p>
          <a:endParaRPr lang="en-US"/>
        </a:p>
      </dgm:t>
    </dgm:pt>
    <dgm:pt modelId="{B02EDA87-C2BC-4F1F-82D5-F27B27221C45}">
      <dgm:prSet/>
      <dgm:spPr/>
      <dgm:t>
        <a:bodyPr/>
        <a:lstStyle/>
        <a:p>
          <a:r>
            <a:rPr lang="en-US" b="0" i="0" baseline="0"/>
            <a:t>Random Forest</a:t>
          </a:r>
          <a:endParaRPr lang="en-US"/>
        </a:p>
      </dgm:t>
    </dgm:pt>
    <dgm:pt modelId="{BFCAFA8A-129F-4A6D-8818-62DE41B01761}" type="parTrans" cxnId="{CF591FE7-943D-4B23-92FE-B91F5F445910}">
      <dgm:prSet/>
      <dgm:spPr/>
      <dgm:t>
        <a:bodyPr/>
        <a:lstStyle/>
        <a:p>
          <a:endParaRPr lang="en-US"/>
        </a:p>
      </dgm:t>
    </dgm:pt>
    <dgm:pt modelId="{049D0DA1-2C7B-4794-ACE2-3F5B11631767}" type="sibTrans" cxnId="{CF591FE7-943D-4B23-92FE-B91F5F445910}">
      <dgm:prSet/>
      <dgm:spPr/>
      <dgm:t>
        <a:bodyPr/>
        <a:lstStyle/>
        <a:p>
          <a:endParaRPr lang="en-US"/>
        </a:p>
      </dgm:t>
    </dgm:pt>
    <dgm:pt modelId="{380C5C64-8417-403B-9778-E935D7929479}">
      <dgm:prSet/>
      <dgm:spPr/>
      <dgm:t>
        <a:bodyPr/>
        <a:lstStyle/>
        <a:p>
          <a:r>
            <a:rPr lang="en-US" b="0" i="0" baseline="0"/>
            <a:t>XGBoost</a:t>
          </a:r>
          <a:endParaRPr lang="en-US"/>
        </a:p>
      </dgm:t>
    </dgm:pt>
    <dgm:pt modelId="{AA26D2D4-B2BD-4A87-8913-00DDE651123E}" type="parTrans" cxnId="{467BA975-06BB-46BF-BAC1-144AC13D7739}">
      <dgm:prSet/>
      <dgm:spPr/>
      <dgm:t>
        <a:bodyPr/>
        <a:lstStyle/>
        <a:p>
          <a:endParaRPr lang="en-US"/>
        </a:p>
      </dgm:t>
    </dgm:pt>
    <dgm:pt modelId="{F4C9F6EF-411F-4121-8CA9-535403856DFD}" type="sibTrans" cxnId="{467BA975-06BB-46BF-BAC1-144AC13D7739}">
      <dgm:prSet/>
      <dgm:spPr/>
      <dgm:t>
        <a:bodyPr/>
        <a:lstStyle/>
        <a:p>
          <a:endParaRPr lang="en-US"/>
        </a:p>
      </dgm:t>
    </dgm:pt>
    <dgm:pt modelId="{F6D36300-D094-480A-AC41-A9110508925F}">
      <dgm:prSet/>
      <dgm:spPr/>
      <dgm:t>
        <a:bodyPr/>
        <a:lstStyle/>
        <a:p>
          <a:r>
            <a:rPr lang="en-US" b="1" i="0" baseline="0"/>
            <a:t>All scenarios:</a:t>
          </a:r>
          <a:endParaRPr lang="en-US"/>
        </a:p>
      </dgm:t>
    </dgm:pt>
    <dgm:pt modelId="{73FA3843-D99C-4617-9EF4-44248D791DF7}" type="parTrans" cxnId="{F369E3EA-E4BC-497E-B6A9-F2806966774B}">
      <dgm:prSet/>
      <dgm:spPr/>
      <dgm:t>
        <a:bodyPr/>
        <a:lstStyle/>
        <a:p>
          <a:endParaRPr lang="en-US"/>
        </a:p>
      </dgm:t>
    </dgm:pt>
    <dgm:pt modelId="{EDE7C4C7-251F-49A4-9F9F-002B5E97DC82}" type="sibTrans" cxnId="{F369E3EA-E4BC-497E-B6A9-F2806966774B}">
      <dgm:prSet/>
      <dgm:spPr/>
      <dgm:t>
        <a:bodyPr/>
        <a:lstStyle/>
        <a:p>
          <a:endParaRPr lang="en-US"/>
        </a:p>
      </dgm:t>
    </dgm:pt>
    <dgm:pt modelId="{C52A633C-3D6B-4A08-9FED-0679BAE18F49}">
      <dgm:prSet/>
      <dgm:spPr/>
      <dgm:t>
        <a:bodyPr/>
        <a:lstStyle/>
        <a:p>
          <a:r>
            <a:rPr lang="en-US" b="0" i="0" baseline="0"/>
            <a:t>1 UE / 10 UEs</a:t>
          </a:r>
          <a:endParaRPr lang="en-US"/>
        </a:p>
      </dgm:t>
    </dgm:pt>
    <dgm:pt modelId="{CDB5EF3F-65AF-44D6-897C-600534B5EBC8}" type="parTrans" cxnId="{6544612C-1A09-41C6-83A3-7A9B1BAFE0CF}">
      <dgm:prSet/>
      <dgm:spPr/>
      <dgm:t>
        <a:bodyPr/>
        <a:lstStyle/>
        <a:p>
          <a:endParaRPr lang="en-US"/>
        </a:p>
      </dgm:t>
    </dgm:pt>
    <dgm:pt modelId="{4DA2B99D-6217-44FF-8236-122531FF69B6}" type="sibTrans" cxnId="{6544612C-1A09-41C6-83A3-7A9B1BAFE0CF}">
      <dgm:prSet/>
      <dgm:spPr/>
      <dgm:t>
        <a:bodyPr/>
        <a:lstStyle/>
        <a:p>
          <a:endParaRPr lang="en-US"/>
        </a:p>
      </dgm:t>
    </dgm:pt>
    <dgm:pt modelId="{C01E71D6-00A8-4CB9-A232-0ABCCF0EEB64}">
      <dgm:prSet/>
      <dgm:spPr/>
      <dgm:t>
        <a:bodyPr/>
        <a:lstStyle/>
        <a:p>
          <a:r>
            <a:rPr lang="en-US" b="0" i="0" baseline="0"/>
            <a:t>Pedestrian / Vehicle</a:t>
          </a:r>
          <a:endParaRPr lang="en-US"/>
        </a:p>
      </dgm:t>
    </dgm:pt>
    <dgm:pt modelId="{C91F0C99-D340-490A-B7DB-739FF01DEACA}" type="parTrans" cxnId="{5378C0AF-7AA0-400B-AF6B-4E1C44B42337}">
      <dgm:prSet/>
      <dgm:spPr/>
      <dgm:t>
        <a:bodyPr/>
        <a:lstStyle/>
        <a:p>
          <a:endParaRPr lang="en-US"/>
        </a:p>
      </dgm:t>
    </dgm:pt>
    <dgm:pt modelId="{9390562E-9D7C-4F47-BB11-C035D4201A60}" type="sibTrans" cxnId="{5378C0AF-7AA0-400B-AF6B-4E1C44B42337}">
      <dgm:prSet/>
      <dgm:spPr/>
      <dgm:t>
        <a:bodyPr/>
        <a:lstStyle/>
        <a:p>
          <a:endParaRPr lang="en-US"/>
        </a:p>
      </dgm:t>
    </dgm:pt>
    <dgm:pt modelId="{866ACB47-5994-4DA4-95AA-B25FD0887865}">
      <dgm:prSet/>
      <dgm:spPr/>
      <dgm:t>
        <a:bodyPr/>
        <a:lstStyle/>
        <a:p>
          <a:r>
            <a:rPr lang="en-US" b="0" err="1"/>
            <a:t>num_cells_fulfilled</a:t>
          </a:r>
          <a:endParaRPr lang="en-US"/>
        </a:p>
      </dgm:t>
    </dgm:pt>
    <dgm:pt modelId="{C9B4440F-4E1E-4981-BF25-41B25423B944}" type="parTrans" cxnId="{96CE8CBD-EEEF-4F9C-8165-6E327803A036}">
      <dgm:prSet/>
      <dgm:spPr/>
      <dgm:t>
        <a:bodyPr/>
        <a:lstStyle/>
        <a:p>
          <a:endParaRPr lang="en-US"/>
        </a:p>
      </dgm:t>
    </dgm:pt>
    <dgm:pt modelId="{7F29FC28-82C1-4343-B876-FDCED894F0C1}" type="sibTrans" cxnId="{96CE8CBD-EEEF-4F9C-8165-6E327803A036}">
      <dgm:prSet/>
      <dgm:spPr/>
      <dgm:t>
        <a:bodyPr/>
        <a:lstStyle/>
        <a:p>
          <a:endParaRPr lang="en-US"/>
        </a:p>
      </dgm:t>
    </dgm:pt>
    <dgm:pt modelId="{1B5DF3A4-E0AB-40CC-820A-5BC6D33D0ADA}" type="pres">
      <dgm:prSet presAssocID="{EC0A114E-5235-4EE8-9493-BD23F165A4EB}" presName="vert0" presStyleCnt="0">
        <dgm:presLayoutVars>
          <dgm:dir/>
          <dgm:animOne val="branch"/>
          <dgm:animLvl val="lvl"/>
        </dgm:presLayoutVars>
      </dgm:prSet>
      <dgm:spPr/>
    </dgm:pt>
    <dgm:pt modelId="{5349FCC1-7ECD-4B8B-A981-29DAA676770A}" type="pres">
      <dgm:prSet presAssocID="{D622BD7B-CE79-4BED-828B-A49B225BAB84}" presName="thickLine" presStyleLbl="alignNode1" presStyleIdx="0" presStyleCnt="11"/>
      <dgm:spPr/>
    </dgm:pt>
    <dgm:pt modelId="{0C470A70-B40E-459C-BF09-292E427CD20B}" type="pres">
      <dgm:prSet presAssocID="{D622BD7B-CE79-4BED-828B-A49B225BAB84}" presName="horz1" presStyleCnt="0"/>
      <dgm:spPr/>
    </dgm:pt>
    <dgm:pt modelId="{500F81F6-05A2-43F1-932F-171D34E9D93B}" type="pres">
      <dgm:prSet presAssocID="{D622BD7B-CE79-4BED-828B-A49B225BAB84}" presName="tx1" presStyleLbl="revTx" presStyleIdx="0" presStyleCnt="11"/>
      <dgm:spPr/>
    </dgm:pt>
    <dgm:pt modelId="{FEB38754-A6AA-4555-A65B-61AA90038715}" type="pres">
      <dgm:prSet presAssocID="{D622BD7B-CE79-4BED-828B-A49B225BAB84}" presName="vert1" presStyleCnt="0"/>
      <dgm:spPr/>
    </dgm:pt>
    <dgm:pt modelId="{B17C77ED-2BA5-491D-BAB3-DB2FA7DC45FA}" type="pres">
      <dgm:prSet presAssocID="{F5E496F8-B1D3-4EFF-9C7C-E058693AA472}" presName="thickLine" presStyleLbl="alignNode1" presStyleIdx="1" presStyleCnt="11"/>
      <dgm:spPr/>
    </dgm:pt>
    <dgm:pt modelId="{65604D3E-08D0-4E90-9F17-F24F11CE2A97}" type="pres">
      <dgm:prSet presAssocID="{F5E496F8-B1D3-4EFF-9C7C-E058693AA472}" presName="horz1" presStyleCnt="0"/>
      <dgm:spPr/>
    </dgm:pt>
    <dgm:pt modelId="{3207634D-1891-40BF-8A50-C09087A7020F}" type="pres">
      <dgm:prSet presAssocID="{F5E496F8-B1D3-4EFF-9C7C-E058693AA472}" presName="tx1" presStyleLbl="revTx" presStyleIdx="1" presStyleCnt="11"/>
      <dgm:spPr/>
    </dgm:pt>
    <dgm:pt modelId="{ED0C8359-70C4-4755-941F-81B7ED01EEE4}" type="pres">
      <dgm:prSet presAssocID="{F5E496F8-B1D3-4EFF-9C7C-E058693AA472}" presName="vert1" presStyleCnt="0"/>
      <dgm:spPr/>
    </dgm:pt>
    <dgm:pt modelId="{58BAD8EB-555F-411D-9EAE-848CA74E1B71}" type="pres">
      <dgm:prSet presAssocID="{705998E3-07D6-48AC-846E-55E0C1498834}" presName="thickLine" presStyleLbl="alignNode1" presStyleIdx="2" presStyleCnt="11"/>
      <dgm:spPr/>
    </dgm:pt>
    <dgm:pt modelId="{032F411C-760B-48F7-B531-763850CE49DA}" type="pres">
      <dgm:prSet presAssocID="{705998E3-07D6-48AC-846E-55E0C1498834}" presName="horz1" presStyleCnt="0"/>
      <dgm:spPr/>
    </dgm:pt>
    <dgm:pt modelId="{58D831B1-253F-4C1F-B7DA-650CD3C2C1EC}" type="pres">
      <dgm:prSet presAssocID="{705998E3-07D6-48AC-846E-55E0C1498834}" presName="tx1" presStyleLbl="revTx" presStyleIdx="2" presStyleCnt="11"/>
      <dgm:spPr/>
    </dgm:pt>
    <dgm:pt modelId="{230006C5-6A83-42BA-BF63-2BDEB20D6EB7}" type="pres">
      <dgm:prSet presAssocID="{705998E3-07D6-48AC-846E-55E0C1498834}" presName="vert1" presStyleCnt="0"/>
      <dgm:spPr/>
    </dgm:pt>
    <dgm:pt modelId="{33B0F90F-13DA-4198-BAA9-08CCA2AD4193}" type="pres">
      <dgm:prSet presAssocID="{21EDB883-983A-4B38-9D96-96661AD803D6}" presName="thickLine" presStyleLbl="alignNode1" presStyleIdx="3" presStyleCnt="11"/>
      <dgm:spPr/>
    </dgm:pt>
    <dgm:pt modelId="{098FCD7D-1C27-4A81-8E1A-F50BFDA05DE3}" type="pres">
      <dgm:prSet presAssocID="{21EDB883-983A-4B38-9D96-96661AD803D6}" presName="horz1" presStyleCnt="0"/>
      <dgm:spPr/>
    </dgm:pt>
    <dgm:pt modelId="{B28A08A7-7FD3-4C48-B2F0-244AE7A1DA64}" type="pres">
      <dgm:prSet presAssocID="{21EDB883-983A-4B38-9D96-96661AD803D6}" presName="tx1" presStyleLbl="revTx" presStyleIdx="3" presStyleCnt="11"/>
      <dgm:spPr/>
    </dgm:pt>
    <dgm:pt modelId="{26920FC0-340A-48B8-BE0F-96E31E9D39E6}" type="pres">
      <dgm:prSet presAssocID="{21EDB883-983A-4B38-9D96-96661AD803D6}" presName="vert1" presStyleCnt="0"/>
      <dgm:spPr/>
    </dgm:pt>
    <dgm:pt modelId="{1C650010-E0DA-453E-91BD-808343DC54D9}" type="pres">
      <dgm:prSet presAssocID="{866ACB47-5994-4DA4-95AA-B25FD0887865}" presName="thickLine" presStyleLbl="alignNode1" presStyleIdx="4" presStyleCnt="11"/>
      <dgm:spPr/>
    </dgm:pt>
    <dgm:pt modelId="{14F54722-0E95-47F4-85B0-BFF08374E44F}" type="pres">
      <dgm:prSet presAssocID="{866ACB47-5994-4DA4-95AA-B25FD0887865}" presName="horz1" presStyleCnt="0"/>
      <dgm:spPr/>
    </dgm:pt>
    <dgm:pt modelId="{01CAE5D7-2719-41CB-BF75-9500C4939D50}" type="pres">
      <dgm:prSet presAssocID="{866ACB47-5994-4DA4-95AA-B25FD0887865}" presName="tx1" presStyleLbl="revTx" presStyleIdx="4" presStyleCnt="11"/>
      <dgm:spPr/>
    </dgm:pt>
    <dgm:pt modelId="{8EABAA36-5AF7-4E9A-AE07-4BE7D27E3172}" type="pres">
      <dgm:prSet presAssocID="{866ACB47-5994-4DA4-95AA-B25FD0887865}" presName="vert1" presStyleCnt="0"/>
      <dgm:spPr/>
    </dgm:pt>
    <dgm:pt modelId="{B7832B3F-F32B-42B1-82F9-501296320359}" type="pres">
      <dgm:prSet presAssocID="{49CAF6DD-DAA9-4790-9663-F77B1E25882D}" presName="thickLine" presStyleLbl="alignNode1" presStyleIdx="5" presStyleCnt="11"/>
      <dgm:spPr/>
    </dgm:pt>
    <dgm:pt modelId="{D1F17E91-03D8-4FCB-89B5-D4C8955C23AD}" type="pres">
      <dgm:prSet presAssocID="{49CAF6DD-DAA9-4790-9663-F77B1E25882D}" presName="horz1" presStyleCnt="0"/>
      <dgm:spPr/>
    </dgm:pt>
    <dgm:pt modelId="{39A6BD23-B0E0-4EE3-B716-67B91687E83F}" type="pres">
      <dgm:prSet presAssocID="{49CAF6DD-DAA9-4790-9663-F77B1E25882D}" presName="tx1" presStyleLbl="revTx" presStyleIdx="5" presStyleCnt="11"/>
      <dgm:spPr/>
    </dgm:pt>
    <dgm:pt modelId="{4F5644C1-D236-4955-B5E3-C1B45504C5F2}" type="pres">
      <dgm:prSet presAssocID="{49CAF6DD-DAA9-4790-9663-F77B1E25882D}" presName="vert1" presStyleCnt="0"/>
      <dgm:spPr/>
    </dgm:pt>
    <dgm:pt modelId="{026DC5BB-83EB-432D-9B35-427DAF4F12E4}" type="pres">
      <dgm:prSet presAssocID="{B02EDA87-C2BC-4F1F-82D5-F27B27221C45}" presName="thickLine" presStyleLbl="alignNode1" presStyleIdx="6" presStyleCnt="11"/>
      <dgm:spPr/>
    </dgm:pt>
    <dgm:pt modelId="{63E30AC7-E2AF-4C16-B441-F34E43632D9D}" type="pres">
      <dgm:prSet presAssocID="{B02EDA87-C2BC-4F1F-82D5-F27B27221C45}" presName="horz1" presStyleCnt="0"/>
      <dgm:spPr/>
    </dgm:pt>
    <dgm:pt modelId="{F8179028-5C16-421D-80E3-20BDF2B13200}" type="pres">
      <dgm:prSet presAssocID="{B02EDA87-C2BC-4F1F-82D5-F27B27221C45}" presName="tx1" presStyleLbl="revTx" presStyleIdx="6" presStyleCnt="11"/>
      <dgm:spPr/>
    </dgm:pt>
    <dgm:pt modelId="{C04E84AA-758C-445F-9C1E-C2EEDA96A0C6}" type="pres">
      <dgm:prSet presAssocID="{B02EDA87-C2BC-4F1F-82D5-F27B27221C45}" presName="vert1" presStyleCnt="0"/>
      <dgm:spPr/>
    </dgm:pt>
    <dgm:pt modelId="{C0D19A00-5A66-4E18-92A4-C35B8F339091}" type="pres">
      <dgm:prSet presAssocID="{380C5C64-8417-403B-9778-E935D7929479}" presName="thickLine" presStyleLbl="alignNode1" presStyleIdx="7" presStyleCnt="11"/>
      <dgm:spPr/>
    </dgm:pt>
    <dgm:pt modelId="{8C6E22AC-92ED-470F-8867-3B6688E3248D}" type="pres">
      <dgm:prSet presAssocID="{380C5C64-8417-403B-9778-E935D7929479}" presName="horz1" presStyleCnt="0"/>
      <dgm:spPr/>
    </dgm:pt>
    <dgm:pt modelId="{E22B3ABE-EF16-4FC9-8631-E62B628F58CE}" type="pres">
      <dgm:prSet presAssocID="{380C5C64-8417-403B-9778-E935D7929479}" presName="tx1" presStyleLbl="revTx" presStyleIdx="7" presStyleCnt="11"/>
      <dgm:spPr/>
    </dgm:pt>
    <dgm:pt modelId="{78B7C585-8015-43D8-9EAB-12D81DDC1EFE}" type="pres">
      <dgm:prSet presAssocID="{380C5C64-8417-403B-9778-E935D7929479}" presName="vert1" presStyleCnt="0"/>
      <dgm:spPr/>
    </dgm:pt>
    <dgm:pt modelId="{B3242B8B-6181-4DF9-A94E-3739988FFD59}" type="pres">
      <dgm:prSet presAssocID="{F6D36300-D094-480A-AC41-A9110508925F}" presName="thickLine" presStyleLbl="alignNode1" presStyleIdx="8" presStyleCnt="11"/>
      <dgm:spPr/>
    </dgm:pt>
    <dgm:pt modelId="{0421D698-772D-43E4-9CB3-EE3BE4E76F04}" type="pres">
      <dgm:prSet presAssocID="{F6D36300-D094-480A-AC41-A9110508925F}" presName="horz1" presStyleCnt="0"/>
      <dgm:spPr/>
    </dgm:pt>
    <dgm:pt modelId="{2393C6EA-E2DB-4B66-B0B6-7C7F51ADC750}" type="pres">
      <dgm:prSet presAssocID="{F6D36300-D094-480A-AC41-A9110508925F}" presName="tx1" presStyleLbl="revTx" presStyleIdx="8" presStyleCnt="11"/>
      <dgm:spPr/>
    </dgm:pt>
    <dgm:pt modelId="{E6BF521B-5C80-4E9A-8826-00A3B7B81322}" type="pres">
      <dgm:prSet presAssocID="{F6D36300-D094-480A-AC41-A9110508925F}" presName="vert1" presStyleCnt="0"/>
      <dgm:spPr/>
    </dgm:pt>
    <dgm:pt modelId="{F6DC5A5B-7400-412A-9A91-531A9142BB33}" type="pres">
      <dgm:prSet presAssocID="{C52A633C-3D6B-4A08-9FED-0679BAE18F49}" presName="thickLine" presStyleLbl="alignNode1" presStyleIdx="9" presStyleCnt="11"/>
      <dgm:spPr/>
    </dgm:pt>
    <dgm:pt modelId="{04DCC09E-650E-48D3-96D3-6E4D5C0C75A0}" type="pres">
      <dgm:prSet presAssocID="{C52A633C-3D6B-4A08-9FED-0679BAE18F49}" presName="horz1" presStyleCnt="0"/>
      <dgm:spPr/>
    </dgm:pt>
    <dgm:pt modelId="{9A7C5F9D-0159-4E30-B24F-E69F934DC4C6}" type="pres">
      <dgm:prSet presAssocID="{C52A633C-3D6B-4A08-9FED-0679BAE18F49}" presName="tx1" presStyleLbl="revTx" presStyleIdx="9" presStyleCnt="11"/>
      <dgm:spPr/>
    </dgm:pt>
    <dgm:pt modelId="{72753167-04A8-4F26-A3F1-A5A824C90485}" type="pres">
      <dgm:prSet presAssocID="{C52A633C-3D6B-4A08-9FED-0679BAE18F49}" presName="vert1" presStyleCnt="0"/>
      <dgm:spPr/>
    </dgm:pt>
    <dgm:pt modelId="{B50442A8-8C49-4EEA-93DD-4388EA34B53F}" type="pres">
      <dgm:prSet presAssocID="{C01E71D6-00A8-4CB9-A232-0ABCCF0EEB64}" presName="thickLine" presStyleLbl="alignNode1" presStyleIdx="10" presStyleCnt="11"/>
      <dgm:spPr/>
    </dgm:pt>
    <dgm:pt modelId="{82499C93-C9E9-49D0-B6FB-798206B82CE5}" type="pres">
      <dgm:prSet presAssocID="{C01E71D6-00A8-4CB9-A232-0ABCCF0EEB64}" presName="horz1" presStyleCnt="0"/>
      <dgm:spPr/>
    </dgm:pt>
    <dgm:pt modelId="{A3576A87-A979-4CDC-AA86-9764DD1AEAF3}" type="pres">
      <dgm:prSet presAssocID="{C01E71D6-00A8-4CB9-A232-0ABCCF0EEB64}" presName="tx1" presStyleLbl="revTx" presStyleIdx="10" presStyleCnt="11"/>
      <dgm:spPr/>
    </dgm:pt>
    <dgm:pt modelId="{8F38B507-D2B0-4C41-AE20-07FE31611E94}" type="pres">
      <dgm:prSet presAssocID="{C01E71D6-00A8-4CB9-A232-0ABCCF0EEB64}" presName="vert1" presStyleCnt="0"/>
      <dgm:spPr/>
    </dgm:pt>
  </dgm:ptLst>
  <dgm:cxnLst>
    <dgm:cxn modelId="{1D99A11E-0820-4480-AC19-1116FC0AECCD}" type="presOf" srcId="{F6D36300-D094-480A-AC41-A9110508925F}" destId="{2393C6EA-E2DB-4B66-B0B6-7C7F51ADC750}" srcOrd="0" destOrd="0" presId="urn:microsoft.com/office/officeart/2008/layout/LinedList"/>
    <dgm:cxn modelId="{8F707223-3FC5-4059-BCA8-9B2002BA1155}" type="presOf" srcId="{705998E3-07D6-48AC-846E-55E0C1498834}" destId="{58D831B1-253F-4C1F-B7DA-650CD3C2C1EC}" srcOrd="0" destOrd="0" presId="urn:microsoft.com/office/officeart/2008/layout/LinedList"/>
    <dgm:cxn modelId="{6544612C-1A09-41C6-83A3-7A9B1BAFE0CF}" srcId="{EC0A114E-5235-4EE8-9493-BD23F165A4EB}" destId="{C52A633C-3D6B-4A08-9FED-0679BAE18F49}" srcOrd="9" destOrd="0" parTransId="{CDB5EF3F-65AF-44D6-897C-600534B5EBC8}" sibTransId="{4DA2B99D-6217-44FF-8236-122531FF69B6}"/>
    <dgm:cxn modelId="{E1F4633F-70D1-4E04-947D-87FD90B11E88}" type="presOf" srcId="{C52A633C-3D6B-4A08-9FED-0679BAE18F49}" destId="{9A7C5F9D-0159-4E30-B24F-E69F934DC4C6}" srcOrd="0" destOrd="0" presId="urn:microsoft.com/office/officeart/2008/layout/LinedList"/>
    <dgm:cxn modelId="{316CF040-DD3B-40B7-90C5-2C5400245017}" type="presOf" srcId="{C01E71D6-00A8-4CB9-A232-0ABCCF0EEB64}" destId="{A3576A87-A979-4CDC-AA86-9764DD1AEAF3}" srcOrd="0" destOrd="0" presId="urn:microsoft.com/office/officeart/2008/layout/LinedList"/>
    <dgm:cxn modelId="{8B871D48-CBFB-4072-B8B0-CF0E2EAE42B8}" srcId="{EC0A114E-5235-4EE8-9493-BD23F165A4EB}" destId="{21EDB883-983A-4B38-9D96-96661AD803D6}" srcOrd="3" destOrd="0" parTransId="{72BC008A-CB4F-4E62-8675-D3D57275C676}" sibTransId="{482A8F6E-20B2-46A7-9459-F2B936CD5FB3}"/>
    <dgm:cxn modelId="{80E4F058-B6DB-4BDB-9F69-16A2604DB818}" type="presOf" srcId="{21EDB883-983A-4B38-9D96-96661AD803D6}" destId="{B28A08A7-7FD3-4C48-B2F0-244AE7A1DA64}" srcOrd="0" destOrd="0" presId="urn:microsoft.com/office/officeart/2008/layout/LinedList"/>
    <dgm:cxn modelId="{467BA975-06BB-46BF-BAC1-144AC13D7739}" srcId="{EC0A114E-5235-4EE8-9493-BD23F165A4EB}" destId="{380C5C64-8417-403B-9778-E935D7929479}" srcOrd="7" destOrd="0" parTransId="{AA26D2D4-B2BD-4A87-8913-00DDE651123E}" sibTransId="{F4C9F6EF-411F-4121-8CA9-535403856DFD}"/>
    <dgm:cxn modelId="{3954A383-89BC-42A9-B01F-34D580B71FDE}" type="presOf" srcId="{EC0A114E-5235-4EE8-9493-BD23F165A4EB}" destId="{1B5DF3A4-E0AB-40CC-820A-5BC6D33D0ADA}" srcOrd="0" destOrd="0" presId="urn:microsoft.com/office/officeart/2008/layout/LinedList"/>
    <dgm:cxn modelId="{05645C84-81CA-4312-A4D9-F2F5CD0E10C6}" srcId="{EC0A114E-5235-4EE8-9493-BD23F165A4EB}" destId="{F5E496F8-B1D3-4EFF-9C7C-E058693AA472}" srcOrd="1" destOrd="0" parTransId="{7012C087-3F33-49C0-A802-2C37B57580ED}" sibTransId="{70EFFC97-7B78-4345-A201-C49A32F8064A}"/>
    <dgm:cxn modelId="{72AC248A-0BC4-4BAD-BE55-4ED234DEFB56}" type="presOf" srcId="{D622BD7B-CE79-4BED-828B-A49B225BAB84}" destId="{500F81F6-05A2-43F1-932F-171D34E9D93B}" srcOrd="0" destOrd="0" presId="urn:microsoft.com/office/officeart/2008/layout/LinedList"/>
    <dgm:cxn modelId="{70F62BAA-BE46-4688-9230-EDCA9DE26E82}" srcId="{EC0A114E-5235-4EE8-9493-BD23F165A4EB}" destId="{49CAF6DD-DAA9-4790-9663-F77B1E25882D}" srcOrd="5" destOrd="0" parTransId="{7BFE5074-FDC6-4BC3-B22D-26143F05A7CC}" sibTransId="{5100AC90-AEE6-4AC6-B410-516DA49E5BF5}"/>
    <dgm:cxn modelId="{5378C0AF-7AA0-400B-AF6B-4E1C44B42337}" srcId="{EC0A114E-5235-4EE8-9493-BD23F165A4EB}" destId="{C01E71D6-00A8-4CB9-A232-0ABCCF0EEB64}" srcOrd="10" destOrd="0" parTransId="{C91F0C99-D340-490A-B7DB-739FF01DEACA}" sibTransId="{9390562E-9D7C-4F47-BB11-C035D4201A60}"/>
    <dgm:cxn modelId="{D21780B7-74DA-4ABC-A658-0E43E430BA6F}" type="presOf" srcId="{B02EDA87-C2BC-4F1F-82D5-F27B27221C45}" destId="{F8179028-5C16-421D-80E3-20BDF2B13200}" srcOrd="0" destOrd="0" presId="urn:microsoft.com/office/officeart/2008/layout/LinedList"/>
    <dgm:cxn modelId="{96CE8CBD-EEEF-4F9C-8165-6E327803A036}" srcId="{EC0A114E-5235-4EE8-9493-BD23F165A4EB}" destId="{866ACB47-5994-4DA4-95AA-B25FD0887865}" srcOrd="4" destOrd="0" parTransId="{C9B4440F-4E1E-4981-BF25-41B25423B944}" sibTransId="{7F29FC28-82C1-4343-B876-FDCED894F0C1}"/>
    <dgm:cxn modelId="{1B64F8C0-9303-44CC-891E-A982C233B159}" type="presOf" srcId="{49CAF6DD-DAA9-4790-9663-F77B1E25882D}" destId="{39A6BD23-B0E0-4EE3-B716-67B91687E83F}" srcOrd="0" destOrd="0" presId="urn:microsoft.com/office/officeart/2008/layout/LinedList"/>
    <dgm:cxn modelId="{F25F5FC4-82DF-444D-AA21-2F3A702580EE}" srcId="{EC0A114E-5235-4EE8-9493-BD23F165A4EB}" destId="{705998E3-07D6-48AC-846E-55E0C1498834}" srcOrd="2" destOrd="0" parTransId="{C4F9E130-C30F-41FC-B83A-8FD860C6099A}" sibTransId="{70AABFD2-48AA-498E-8332-E018E1A63052}"/>
    <dgm:cxn modelId="{C6EE0CD0-13F9-4ECF-86F3-1CFC0B62B419}" type="presOf" srcId="{380C5C64-8417-403B-9778-E935D7929479}" destId="{E22B3ABE-EF16-4FC9-8631-E62B628F58CE}" srcOrd="0" destOrd="0" presId="urn:microsoft.com/office/officeart/2008/layout/LinedList"/>
    <dgm:cxn modelId="{D211F9E1-9C14-430C-AE23-42A601FA10B0}" type="presOf" srcId="{866ACB47-5994-4DA4-95AA-B25FD0887865}" destId="{01CAE5D7-2719-41CB-BF75-9500C4939D50}" srcOrd="0" destOrd="0" presId="urn:microsoft.com/office/officeart/2008/layout/LinedList"/>
    <dgm:cxn modelId="{CF591FE7-943D-4B23-92FE-B91F5F445910}" srcId="{EC0A114E-5235-4EE8-9493-BD23F165A4EB}" destId="{B02EDA87-C2BC-4F1F-82D5-F27B27221C45}" srcOrd="6" destOrd="0" parTransId="{BFCAFA8A-129F-4A6D-8818-62DE41B01761}" sibTransId="{049D0DA1-2C7B-4794-ACE2-3F5B11631767}"/>
    <dgm:cxn modelId="{F369E3EA-E4BC-497E-B6A9-F2806966774B}" srcId="{EC0A114E-5235-4EE8-9493-BD23F165A4EB}" destId="{F6D36300-D094-480A-AC41-A9110508925F}" srcOrd="8" destOrd="0" parTransId="{73FA3843-D99C-4617-9EF4-44248D791DF7}" sibTransId="{EDE7C4C7-251F-49A4-9F9F-002B5E97DC82}"/>
    <dgm:cxn modelId="{C9A2AAED-3CBC-4850-A892-44AE9D5EA85E}" type="presOf" srcId="{F5E496F8-B1D3-4EFF-9C7C-E058693AA472}" destId="{3207634D-1891-40BF-8A50-C09087A7020F}" srcOrd="0" destOrd="0" presId="urn:microsoft.com/office/officeart/2008/layout/LinedList"/>
    <dgm:cxn modelId="{58FC0EF8-C7B8-49EC-8F4E-F1C1530D1953}" srcId="{EC0A114E-5235-4EE8-9493-BD23F165A4EB}" destId="{D622BD7B-CE79-4BED-828B-A49B225BAB84}" srcOrd="0" destOrd="0" parTransId="{C8E4D0FE-5991-4151-A9BB-E4AB4C69B4BC}" sibTransId="{CEBF51D7-7F3A-4638-8D2C-04B3787A4DB9}"/>
    <dgm:cxn modelId="{E0B2130C-342B-461A-B818-2F65CE925EE0}" type="presParOf" srcId="{1B5DF3A4-E0AB-40CC-820A-5BC6D33D0ADA}" destId="{5349FCC1-7ECD-4B8B-A981-29DAA676770A}" srcOrd="0" destOrd="0" presId="urn:microsoft.com/office/officeart/2008/layout/LinedList"/>
    <dgm:cxn modelId="{64062C41-8805-4472-BACC-2228AC79A095}" type="presParOf" srcId="{1B5DF3A4-E0AB-40CC-820A-5BC6D33D0ADA}" destId="{0C470A70-B40E-459C-BF09-292E427CD20B}" srcOrd="1" destOrd="0" presId="urn:microsoft.com/office/officeart/2008/layout/LinedList"/>
    <dgm:cxn modelId="{6AAB91B7-2294-4BDF-AE84-F5022A1FD0F8}" type="presParOf" srcId="{0C470A70-B40E-459C-BF09-292E427CD20B}" destId="{500F81F6-05A2-43F1-932F-171D34E9D93B}" srcOrd="0" destOrd="0" presId="urn:microsoft.com/office/officeart/2008/layout/LinedList"/>
    <dgm:cxn modelId="{357109D5-BB53-4D7B-9A19-7F89A3BB7EA1}" type="presParOf" srcId="{0C470A70-B40E-459C-BF09-292E427CD20B}" destId="{FEB38754-A6AA-4555-A65B-61AA90038715}" srcOrd="1" destOrd="0" presId="urn:microsoft.com/office/officeart/2008/layout/LinedList"/>
    <dgm:cxn modelId="{32443673-0A15-449A-8B26-42FA4515C3C0}" type="presParOf" srcId="{1B5DF3A4-E0AB-40CC-820A-5BC6D33D0ADA}" destId="{B17C77ED-2BA5-491D-BAB3-DB2FA7DC45FA}" srcOrd="2" destOrd="0" presId="urn:microsoft.com/office/officeart/2008/layout/LinedList"/>
    <dgm:cxn modelId="{03D4494C-CC9E-433F-A39B-A1F491FF16CF}" type="presParOf" srcId="{1B5DF3A4-E0AB-40CC-820A-5BC6D33D0ADA}" destId="{65604D3E-08D0-4E90-9F17-F24F11CE2A97}" srcOrd="3" destOrd="0" presId="urn:microsoft.com/office/officeart/2008/layout/LinedList"/>
    <dgm:cxn modelId="{BF99356A-BCC1-478D-B121-30AFB60476E1}" type="presParOf" srcId="{65604D3E-08D0-4E90-9F17-F24F11CE2A97}" destId="{3207634D-1891-40BF-8A50-C09087A7020F}" srcOrd="0" destOrd="0" presId="urn:microsoft.com/office/officeart/2008/layout/LinedList"/>
    <dgm:cxn modelId="{878C3C5E-D3CD-4F84-BB5A-F9F12309BF5A}" type="presParOf" srcId="{65604D3E-08D0-4E90-9F17-F24F11CE2A97}" destId="{ED0C8359-70C4-4755-941F-81B7ED01EEE4}" srcOrd="1" destOrd="0" presId="urn:microsoft.com/office/officeart/2008/layout/LinedList"/>
    <dgm:cxn modelId="{F209648B-F561-49CA-A440-3B25AEF1591E}" type="presParOf" srcId="{1B5DF3A4-E0AB-40CC-820A-5BC6D33D0ADA}" destId="{58BAD8EB-555F-411D-9EAE-848CA74E1B71}" srcOrd="4" destOrd="0" presId="urn:microsoft.com/office/officeart/2008/layout/LinedList"/>
    <dgm:cxn modelId="{8A24B376-7517-4EFA-9986-AED43ADDED03}" type="presParOf" srcId="{1B5DF3A4-E0AB-40CC-820A-5BC6D33D0ADA}" destId="{032F411C-760B-48F7-B531-763850CE49DA}" srcOrd="5" destOrd="0" presId="urn:microsoft.com/office/officeart/2008/layout/LinedList"/>
    <dgm:cxn modelId="{C13423AC-3758-4C3B-95C2-77BCA04A08B2}" type="presParOf" srcId="{032F411C-760B-48F7-B531-763850CE49DA}" destId="{58D831B1-253F-4C1F-B7DA-650CD3C2C1EC}" srcOrd="0" destOrd="0" presId="urn:microsoft.com/office/officeart/2008/layout/LinedList"/>
    <dgm:cxn modelId="{4C6425CD-AA84-4934-BD6F-23F221C634E1}" type="presParOf" srcId="{032F411C-760B-48F7-B531-763850CE49DA}" destId="{230006C5-6A83-42BA-BF63-2BDEB20D6EB7}" srcOrd="1" destOrd="0" presId="urn:microsoft.com/office/officeart/2008/layout/LinedList"/>
    <dgm:cxn modelId="{BE9E27E6-040B-472E-AF7B-96DC95FE1CC9}" type="presParOf" srcId="{1B5DF3A4-E0AB-40CC-820A-5BC6D33D0ADA}" destId="{33B0F90F-13DA-4198-BAA9-08CCA2AD4193}" srcOrd="6" destOrd="0" presId="urn:microsoft.com/office/officeart/2008/layout/LinedList"/>
    <dgm:cxn modelId="{C0E3946A-C286-4D71-87F5-A791EF5C7CAF}" type="presParOf" srcId="{1B5DF3A4-E0AB-40CC-820A-5BC6D33D0ADA}" destId="{098FCD7D-1C27-4A81-8E1A-F50BFDA05DE3}" srcOrd="7" destOrd="0" presId="urn:microsoft.com/office/officeart/2008/layout/LinedList"/>
    <dgm:cxn modelId="{E3A88A32-C756-445B-895F-84F17950F1B9}" type="presParOf" srcId="{098FCD7D-1C27-4A81-8E1A-F50BFDA05DE3}" destId="{B28A08A7-7FD3-4C48-B2F0-244AE7A1DA64}" srcOrd="0" destOrd="0" presId="urn:microsoft.com/office/officeart/2008/layout/LinedList"/>
    <dgm:cxn modelId="{5B049D86-80F5-4AEA-9768-8FCECB70DAFE}" type="presParOf" srcId="{098FCD7D-1C27-4A81-8E1A-F50BFDA05DE3}" destId="{26920FC0-340A-48B8-BE0F-96E31E9D39E6}" srcOrd="1" destOrd="0" presId="urn:microsoft.com/office/officeart/2008/layout/LinedList"/>
    <dgm:cxn modelId="{2E225D8C-DEB6-431B-906F-C814C3247CDB}" type="presParOf" srcId="{1B5DF3A4-E0AB-40CC-820A-5BC6D33D0ADA}" destId="{1C650010-E0DA-453E-91BD-808343DC54D9}" srcOrd="8" destOrd="0" presId="urn:microsoft.com/office/officeart/2008/layout/LinedList"/>
    <dgm:cxn modelId="{371F89C3-2E98-426A-A79E-517EA49007FA}" type="presParOf" srcId="{1B5DF3A4-E0AB-40CC-820A-5BC6D33D0ADA}" destId="{14F54722-0E95-47F4-85B0-BFF08374E44F}" srcOrd="9" destOrd="0" presId="urn:microsoft.com/office/officeart/2008/layout/LinedList"/>
    <dgm:cxn modelId="{C415283C-E645-40DF-A64F-45E858DA7C80}" type="presParOf" srcId="{14F54722-0E95-47F4-85B0-BFF08374E44F}" destId="{01CAE5D7-2719-41CB-BF75-9500C4939D50}" srcOrd="0" destOrd="0" presId="urn:microsoft.com/office/officeart/2008/layout/LinedList"/>
    <dgm:cxn modelId="{AA915CC5-C004-49D3-9BEA-743F7EC837F1}" type="presParOf" srcId="{14F54722-0E95-47F4-85B0-BFF08374E44F}" destId="{8EABAA36-5AF7-4E9A-AE07-4BE7D27E3172}" srcOrd="1" destOrd="0" presId="urn:microsoft.com/office/officeart/2008/layout/LinedList"/>
    <dgm:cxn modelId="{1D5F7A56-645F-4A0A-BB2C-C5F47E2C235D}" type="presParOf" srcId="{1B5DF3A4-E0AB-40CC-820A-5BC6D33D0ADA}" destId="{B7832B3F-F32B-42B1-82F9-501296320359}" srcOrd="10" destOrd="0" presId="urn:microsoft.com/office/officeart/2008/layout/LinedList"/>
    <dgm:cxn modelId="{B98D7DC2-AE3E-49FB-BB1A-8EC976EA001E}" type="presParOf" srcId="{1B5DF3A4-E0AB-40CC-820A-5BC6D33D0ADA}" destId="{D1F17E91-03D8-4FCB-89B5-D4C8955C23AD}" srcOrd="11" destOrd="0" presId="urn:microsoft.com/office/officeart/2008/layout/LinedList"/>
    <dgm:cxn modelId="{3BAB4648-A6D3-433E-94D7-1F63A871CAD0}" type="presParOf" srcId="{D1F17E91-03D8-4FCB-89B5-D4C8955C23AD}" destId="{39A6BD23-B0E0-4EE3-B716-67B91687E83F}" srcOrd="0" destOrd="0" presId="urn:microsoft.com/office/officeart/2008/layout/LinedList"/>
    <dgm:cxn modelId="{B61E65EC-F94A-478E-9AF5-2F29887DABB9}" type="presParOf" srcId="{D1F17E91-03D8-4FCB-89B5-D4C8955C23AD}" destId="{4F5644C1-D236-4955-B5E3-C1B45504C5F2}" srcOrd="1" destOrd="0" presId="urn:microsoft.com/office/officeart/2008/layout/LinedList"/>
    <dgm:cxn modelId="{5B5D126F-5766-4D48-9089-C3DE26D2CDBC}" type="presParOf" srcId="{1B5DF3A4-E0AB-40CC-820A-5BC6D33D0ADA}" destId="{026DC5BB-83EB-432D-9B35-427DAF4F12E4}" srcOrd="12" destOrd="0" presId="urn:microsoft.com/office/officeart/2008/layout/LinedList"/>
    <dgm:cxn modelId="{E6753E4C-545F-4959-ABA4-60900D3B639D}" type="presParOf" srcId="{1B5DF3A4-E0AB-40CC-820A-5BC6D33D0ADA}" destId="{63E30AC7-E2AF-4C16-B441-F34E43632D9D}" srcOrd="13" destOrd="0" presId="urn:microsoft.com/office/officeart/2008/layout/LinedList"/>
    <dgm:cxn modelId="{7BF1206B-80C9-40E2-B26A-8A7B88B02F9B}" type="presParOf" srcId="{63E30AC7-E2AF-4C16-B441-F34E43632D9D}" destId="{F8179028-5C16-421D-80E3-20BDF2B13200}" srcOrd="0" destOrd="0" presId="urn:microsoft.com/office/officeart/2008/layout/LinedList"/>
    <dgm:cxn modelId="{A7473EE1-235C-46FB-AEDD-7C438EBD8B21}" type="presParOf" srcId="{63E30AC7-E2AF-4C16-B441-F34E43632D9D}" destId="{C04E84AA-758C-445F-9C1E-C2EEDA96A0C6}" srcOrd="1" destOrd="0" presId="urn:microsoft.com/office/officeart/2008/layout/LinedList"/>
    <dgm:cxn modelId="{8EFEAF5C-FF01-418E-A4BF-D25C1D3B53EB}" type="presParOf" srcId="{1B5DF3A4-E0AB-40CC-820A-5BC6D33D0ADA}" destId="{C0D19A00-5A66-4E18-92A4-C35B8F339091}" srcOrd="14" destOrd="0" presId="urn:microsoft.com/office/officeart/2008/layout/LinedList"/>
    <dgm:cxn modelId="{A766390F-FE6B-4593-8BD1-0C58C48B53B5}" type="presParOf" srcId="{1B5DF3A4-E0AB-40CC-820A-5BC6D33D0ADA}" destId="{8C6E22AC-92ED-470F-8867-3B6688E3248D}" srcOrd="15" destOrd="0" presId="urn:microsoft.com/office/officeart/2008/layout/LinedList"/>
    <dgm:cxn modelId="{00947298-6533-46E0-BB8A-E08B778A2876}" type="presParOf" srcId="{8C6E22AC-92ED-470F-8867-3B6688E3248D}" destId="{E22B3ABE-EF16-4FC9-8631-E62B628F58CE}" srcOrd="0" destOrd="0" presId="urn:microsoft.com/office/officeart/2008/layout/LinedList"/>
    <dgm:cxn modelId="{4AA8B39C-B463-4274-8546-7A8CC8F9934F}" type="presParOf" srcId="{8C6E22AC-92ED-470F-8867-3B6688E3248D}" destId="{78B7C585-8015-43D8-9EAB-12D81DDC1EFE}" srcOrd="1" destOrd="0" presId="urn:microsoft.com/office/officeart/2008/layout/LinedList"/>
    <dgm:cxn modelId="{25BCA083-8FB9-48E7-8BC1-A37FA009488E}" type="presParOf" srcId="{1B5DF3A4-E0AB-40CC-820A-5BC6D33D0ADA}" destId="{B3242B8B-6181-4DF9-A94E-3739988FFD59}" srcOrd="16" destOrd="0" presId="urn:microsoft.com/office/officeart/2008/layout/LinedList"/>
    <dgm:cxn modelId="{45884AAC-E63A-4BA4-B773-78594A760D1C}" type="presParOf" srcId="{1B5DF3A4-E0AB-40CC-820A-5BC6D33D0ADA}" destId="{0421D698-772D-43E4-9CB3-EE3BE4E76F04}" srcOrd="17" destOrd="0" presId="urn:microsoft.com/office/officeart/2008/layout/LinedList"/>
    <dgm:cxn modelId="{B8B15B3C-0032-46FF-B4EA-F1BC0AA0734B}" type="presParOf" srcId="{0421D698-772D-43E4-9CB3-EE3BE4E76F04}" destId="{2393C6EA-E2DB-4B66-B0B6-7C7F51ADC750}" srcOrd="0" destOrd="0" presId="urn:microsoft.com/office/officeart/2008/layout/LinedList"/>
    <dgm:cxn modelId="{793BF900-30C7-48B7-A90D-689CA1811B92}" type="presParOf" srcId="{0421D698-772D-43E4-9CB3-EE3BE4E76F04}" destId="{E6BF521B-5C80-4E9A-8826-00A3B7B81322}" srcOrd="1" destOrd="0" presId="urn:microsoft.com/office/officeart/2008/layout/LinedList"/>
    <dgm:cxn modelId="{8C958A61-1C5C-4138-8376-28CF9515B68D}" type="presParOf" srcId="{1B5DF3A4-E0AB-40CC-820A-5BC6D33D0ADA}" destId="{F6DC5A5B-7400-412A-9A91-531A9142BB33}" srcOrd="18" destOrd="0" presId="urn:microsoft.com/office/officeart/2008/layout/LinedList"/>
    <dgm:cxn modelId="{D8950C5C-9B73-4AF0-847E-E01F118E19C9}" type="presParOf" srcId="{1B5DF3A4-E0AB-40CC-820A-5BC6D33D0ADA}" destId="{04DCC09E-650E-48D3-96D3-6E4D5C0C75A0}" srcOrd="19" destOrd="0" presId="urn:microsoft.com/office/officeart/2008/layout/LinedList"/>
    <dgm:cxn modelId="{BA4156A0-8122-43F4-8BA1-562B5E98773F}" type="presParOf" srcId="{04DCC09E-650E-48D3-96D3-6E4D5C0C75A0}" destId="{9A7C5F9D-0159-4E30-B24F-E69F934DC4C6}" srcOrd="0" destOrd="0" presId="urn:microsoft.com/office/officeart/2008/layout/LinedList"/>
    <dgm:cxn modelId="{933A670E-73FE-42E1-9BDB-4CBAF3AC11E7}" type="presParOf" srcId="{04DCC09E-650E-48D3-96D3-6E4D5C0C75A0}" destId="{72753167-04A8-4F26-A3F1-A5A824C90485}" srcOrd="1" destOrd="0" presId="urn:microsoft.com/office/officeart/2008/layout/LinedList"/>
    <dgm:cxn modelId="{D9D2D873-04A5-44F1-B94A-AFCC5C778A7F}" type="presParOf" srcId="{1B5DF3A4-E0AB-40CC-820A-5BC6D33D0ADA}" destId="{B50442A8-8C49-4EEA-93DD-4388EA34B53F}" srcOrd="20" destOrd="0" presId="urn:microsoft.com/office/officeart/2008/layout/LinedList"/>
    <dgm:cxn modelId="{7AF91884-E29A-4C75-BA3F-6B26753A97B5}" type="presParOf" srcId="{1B5DF3A4-E0AB-40CC-820A-5BC6D33D0ADA}" destId="{82499C93-C9E9-49D0-B6FB-798206B82CE5}" srcOrd="21" destOrd="0" presId="urn:microsoft.com/office/officeart/2008/layout/LinedList"/>
    <dgm:cxn modelId="{993F2608-2CB6-4E0A-A8E9-EFB83AAD3DF9}" type="presParOf" srcId="{82499C93-C9E9-49D0-B6FB-798206B82CE5}" destId="{A3576A87-A979-4CDC-AA86-9764DD1AEAF3}" srcOrd="0" destOrd="0" presId="urn:microsoft.com/office/officeart/2008/layout/LinedList"/>
    <dgm:cxn modelId="{3DDEF541-3F67-451B-82E8-D50C82FFB856}" type="presParOf" srcId="{82499C93-C9E9-49D0-B6FB-798206B82CE5}" destId="{8F38B507-D2B0-4C41-AE20-07FE31611E9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C0A114E-5235-4EE8-9493-BD23F165A4EB}" type="doc">
      <dgm:prSet loTypeId="urn:microsoft.com/office/officeart/2008/layout/LinedList" loCatId="list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D622BD7B-CE79-4BED-828B-A49B225BAB84}">
      <dgm:prSet/>
      <dgm:spPr/>
      <dgm:t>
        <a:bodyPr/>
        <a:lstStyle/>
        <a:p>
          <a:r>
            <a:rPr lang="en-US" b="1" i="0" baseline="0"/>
            <a:t>Features Used:</a:t>
          </a:r>
          <a:endParaRPr lang="en-US"/>
        </a:p>
      </dgm:t>
    </dgm:pt>
    <dgm:pt modelId="{C8E4D0FE-5991-4151-A9BB-E4AB4C69B4BC}" type="parTrans" cxnId="{58FC0EF8-C7B8-49EC-8F4E-F1C1530D1953}">
      <dgm:prSet/>
      <dgm:spPr/>
      <dgm:t>
        <a:bodyPr/>
        <a:lstStyle/>
        <a:p>
          <a:endParaRPr lang="en-US"/>
        </a:p>
      </dgm:t>
    </dgm:pt>
    <dgm:pt modelId="{CEBF51D7-7F3A-4638-8D2C-04B3787A4DB9}" type="sibTrans" cxnId="{58FC0EF8-C7B8-49EC-8F4E-F1C1530D1953}">
      <dgm:prSet/>
      <dgm:spPr/>
      <dgm:t>
        <a:bodyPr/>
        <a:lstStyle/>
        <a:p>
          <a:endParaRPr lang="en-US"/>
        </a:p>
      </dgm:t>
    </dgm:pt>
    <dgm:pt modelId="{F5E496F8-B1D3-4EFF-9C7C-E058693AA472}">
      <dgm:prSet/>
      <dgm:spPr/>
      <dgm:t>
        <a:bodyPr/>
        <a:lstStyle/>
        <a:p>
          <a:r>
            <a:rPr lang="en-US" b="0" i="0" baseline="0" err="1"/>
            <a:t>servingCellId</a:t>
          </a:r>
          <a:endParaRPr lang="en-US"/>
        </a:p>
      </dgm:t>
    </dgm:pt>
    <dgm:pt modelId="{7012C087-3F33-49C0-A802-2C37B57580ED}" type="parTrans" cxnId="{05645C84-81CA-4312-A4D9-F2F5CD0E10C6}">
      <dgm:prSet/>
      <dgm:spPr/>
      <dgm:t>
        <a:bodyPr/>
        <a:lstStyle/>
        <a:p>
          <a:endParaRPr lang="en-US"/>
        </a:p>
      </dgm:t>
    </dgm:pt>
    <dgm:pt modelId="{70EFFC97-7B78-4345-A201-C49A32F8064A}" type="sibTrans" cxnId="{05645C84-81CA-4312-A4D9-F2F5CD0E10C6}">
      <dgm:prSet/>
      <dgm:spPr/>
      <dgm:t>
        <a:bodyPr/>
        <a:lstStyle/>
        <a:p>
          <a:endParaRPr lang="en-US"/>
        </a:p>
      </dgm:t>
    </dgm:pt>
    <dgm:pt modelId="{705998E3-07D6-48AC-846E-55E0C1498834}">
      <dgm:prSet/>
      <dgm:spPr/>
      <dgm:t>
        <a:bodyPr/>
        <a:lstStyle/>
        <a:p>
          <a:r>
            <a:rPr lang="en-US" b="0" i="0" baseline="0" err="1"/>
            <a:t>bestCellId</a:t>
          </a:r>
          <a:endParaRPr lang="en-US"/>
        </a:p>
      </dgm:t>
    </dgm:pt>
    <dgm:pt modelId="{C4F9E130-C30F-41FC-B83A-8FD860C6099A}" type="parTrans" cxnId="{F25F5FC4-82DF-444D-AA21-2F3A702580EE}">
      <dgm:prSet/>
      <dgm:spPr/>
      <dgm:t>
        <a:bodyPr/>
        <a:lstStyle/>
        <a:p>
          <a:endParaRPr lang="en-US"/>
        </a:p>
      </dgm:t>
    </dgm:pt>
    <dgm:pt modelId="{70AABFD2-48AA-498E-8332-E018E1A63052}" type="sibTrans" cxnId="{F25F5FC4-82DF-444D-AA21-2F3A702580EE}">
      <dgm:prSet/>
      <dgm:spPr/>
      <dgm:t>
        <a:bodyPr/>
        <a:lstStyle/>
        <a:p>
          <a:endParaRPr lang="en-US"/>
        </a:p>
      </dgm:t>
    </dgm:pt>
    <dgm:pt modelId="{21EDB883-983A-4B38-9D96-96661AD803D6}">
      <dgm:prSet/>
      <dgm:spPr/>
      <dgm:t>
        <a:bodyPr/>
        <a:lstStyle/>
        <a:p>
          <a:r>
            <a:rPr lang="en-US" b="0" err="1"/>
            <a:t>servingCellRSRP</a:t>
          </a:r>
          <a:endParaRPr lang="en-US"/>
        </a:p>
      </dgm:t>
    </dgm:pt>
    <dgm:pt modelId="{72BC008A-CB4F-4E62-8675-D3D57275C676}" type="parTrans" cxnId="{8B871D48-CBFB-4072-B8B0-CF0E2EAE42B8}">
      <dgm:prSet/>
      <dgm:spPr/>
      <dgm:t>
        <a:bodyPr/>
        <a:lstStyle/>
        <a:p>
          <a:endParaRPr lang="en-US"/>
        </a:p>
      </dgm:t>
    </dgm:pt>
    <dgm:pt modelId="{482A8F6E-20B2-46A7-9459-F2B936CD5FB3}" type="sibTrans" cxnId="{8B871D48-CBFB-4072-B8B0-CF0E2EAE42B8}">
      <dgm:prSet/>
      <dgm:spPr/>
      <dgm:t>
        <a:bodyPr/>
        <a:lstStyle/>
        <a:p>
          <a:endParaRPr lang="en-US"/>
        </a:p>
      </dgm:t>
    </dgm:pt>
    <dgm:pt modelId="{49CAF6DD-DAA9-4790-9663-F77B1E25882D}">
      <dgm:prSet/>
      <dgm:spPr/>
      <dgm:t>
        <a:bodyPr/>
        <a:lstStyle/>
        <a:p>
          <a:r>
            <a:rPr lang="en-US" b="1" i="0" baseline="0"/>
            <a:t>Algorithms:</a:t>
          </a:r>
          <a:endParaRPr lang="en-US"/>
        </a:p>
      </dgm:t>
    </dgm:pt>
    <dgm:pt modelId="{7BFE5074-FDC6-4BC3-B22D-26143F05A7CC}" type="parTrans" cxnId="{70F62BAA-BE46-4688-9230-EDCA9DE26E82}">
      <dgm:prSet/>
      <dgm:spPr/>
      <dgm:t>
        <a:bodyPr/>
        <a:lstStyle/>
        <a:p>
          <a:endParaRPr lang="en-US"/>
        </a:p>
      </dgm:t>
    </dgm:pt>
    <dgm:pt modelId="{5100AC90-AEE6-4AC6-B410-516DA49E5BF5}" type="sibTrans" cxnId="{70F62BAA-BE46-4688-9230-EDCA9DE26E82}">
      <dgm:prSet/>
      <dgm:spPr/>
      <dgm:t>
        <a:bodyPr/>
        <a:lstStyle/>
        <a:p>
          <a:endParaRPr lang="en-US"/>
        </a:p>
      </dgm:t>
    </dgm:pt>
    <dgm:pt modelId="{B02EDA87-C2BC-4F1F-82D5-F27B27221C45}">
      <dgm:prSet/>
      <dgm:spPr/>
      <dgm:t>
        <a:bodyPr/>
        <a:lstStyle/>
        <a:p>
          <a:r>
            <a:rPr lang="en-US" b="0" i="0" baseline="0"/>
            <a:t>Random Forest</a:t>
          </a:r>
          <a:endParaRPr lang="en-US"/>
        </a:p>
      </dgm:t>
    </dgm:pt>
    <dgm:pt modelId="{BFCAFA8A-129F-4A6D-8818-62DE41B01761}" type="parTrans" cxnId="{CF591FE7-943D-4B23-92FE-B91F5F445910}">
      <dgm:prSet/>
      <dgm:spPr/>
      <dgm:t>
        <a:bodyPr/>
        <a:lstStyle/>
        <a:p>
          <a:endParaRPr lang="en-US"/>
        </a:p>
      </dgm:t>
    </dgm:pt>
    <dgm:pt modelId="{049D0DA1-2C7B-4794-ACE2-3F5B11631767}" type="sibTrans" cxnId="{CF591FE7-943D-4B23-92FE-B91F5F445910}">
      <dgm:prSet/>
      <dgm:spPr/>
      <dgm:t>
        <a:bodyPr/>
        <a:lstStyle/>
        <a:p>
          <a:endParaRPr lang="en-US"/>
        </a:p>
      </dgm:t>
    </dgm:pt>
    <dgm:pt modelId="{380C5C64-8417-403B-9778-E935D7929479}">
      <dgm:prSet/>
      <dgm:spPr/>
      <dgm:t>
        <a:bodyPr/>
        <a:lstStyle/>
        <a:p>
          <a:r>
            <a:rPr lang="en-US" b="0" i="0" baseline="0"/>
            <a:t>XGBoost</a:t>
          </a:r>
          <a:endParaRPr lang="en-US"/>
        </a:p>
      </dgm:t>
    </dgm:pt>
    <dgm:pt modelId="{AA26D2D4-B2BD-4A87-8913-00DDE651123E}" type="parTrans" cxnId="{467BA975-06BB-46BF-BAC1-144AC13D7739}">
      <dgm:prSet/>
      <dgm:spPr/>
      <dgm:t>
        <a:bodyPr/>
        <a:lstStyle/>
        <a:p>
          <a:endParaRPr lang="en-US"/>
        </a:p>
      </dgm:t>
    </dgm:pt>
    <dgm:pt modelId="{F4C9F6EF-411F-4121-8CA9-535403856DFD}" type="sibTrans" cxnId="{467BA975-06BB-46BF-BAC1-144AC13D7739}">
      <dgm:prSet/>
      <dgm:spPr/>
      <dgm:t>
        <a:bodyPr/>
        <a:lstStyle/>
        <a:p>
          <a:endParaRPr lang="en-US"/>
        </a:p>
      </dgm:t>
    </dgm:pt>
    <dgm:pt modelId="{F6D36300-D094-480A-AC41-A9110508925F}">
      <dgm:prSet/>
      <dgm:spPr/>
      <dgm:t>
        <a:bodyPr/>
        <a:lstStyle/>
        <a:p>
          <a:r>
            <a:rPr lang="en-US" b="1" i="0" baseline="0"/>
            <a:t>All scenarios:</a:t>
          </a:r>
          <a:endParaRPr lang="en-US"/>
        </a:p>
      </dgm:t>
    </dgm:pt>
    <dgm:pt modelId="{73FA3843-D99C-4617-9EF4-44248D791DF7}" type="parTrans" cxnId="{F369E3EA-E4BC-497E-B6A9-F2806966774B}">
      <dgm:prSet/>
      <dgm:spPr/>
      <dgm:t>
        <a:bodyPr/>
        <a:lstStyle/>
        <a:p>
          <a:endParaRPr lang="en-US"/>
        </a:p>
      </dgm:t>
    </dgm:pt>
    <dgm:pt modelId="{EDE7C4C7-251F-49A4-9F9F-002B5E97DC82}" type="sibTrans" cxnId="{F369E3EA-E4BC-497E-B6A9-F2806966774B}">
      <dgm:prSet/>
      <dgm:spPr/>
      <dgm:t>
        <a:bodyPr/>
        <a:lstStyle/>
        <a:p>
          <a:endParaRPr lang="en-US"/>
        </a:p>
      </dgm:t>
    </dgm:pt>
    <dgm:pt modelId="{C52A633C-3D6B-4A08-9FED-0679BAE18F49}">
      <dgm:prSet/>
      <dgm:spPr/>
      <dgm:t>
        <a:bodyPr/>
        <a:lstStyle/>
        <a:p>
          <a:r>
            <a:rPr lang="en-US" b="0" i="0" baseline="0"/>
            <a:t>1 UE / 10 UEs</a:t>
          </a:r>
          <a:endParaRPr lang="en-US"/>
        </a:p>
      </dgm:t>
    </dgm:pt>
    <dgm:pt modelId="{CDB5EF3F-65AF-44D6-897C-600534B5EBC8}" type="parTrans" cxnId="{6544612C-1A09-41C6-83A3-7A9B1BAFE0CF}">
      <dgm:prSet/>
      <dgm:spPr/>
      <dgm:t>
        <a:bodyPr/>
        <a:lstStyle/>
        <a:p>
          <a:endParaRPr lang="en-US"/>
        </a:p>
      </dgm:t>
    </dgm:pt>
    <dgm:pt modelId="{4DA2B99D-6217-44FF-8236-122531FF69B6}" type="sibTrans" cxnId="{6544612C-1A09-41C6-83A3-7A9B1BAFE0CF}">
      <dgm:prSet/>
      <dgm:spPr/>
      <dgm:t>
        <a:bodyPr/>
        <a:lstStyle/>
        <a:p>
          <a:endParaRPr lang="en-US"/>
        </a:p>
      </dgm:t>
    </dgm:pt>
    <dgm:pt modelId="{C01E71D6-00A8-4CB9-A232-0ABCCF0EEB64}">
      <dgm:prSet/>
      <dgm:spPr/>
      <dgm:t>
        <a:bodyPr/>
        <a:lstStyle/>
        <a:p>
          <a:r>
            <a:rPr lang="en-US" b="0" i="0" baseline="0"/>
            <a:t>Pedestrian / Vehicle</a:t>
          </a:r>
          <a:endParaRPr lang="en-US"/>
        </a:p>
      </dgm:t>
    </dgm:pt>
    <dgm:pt modelId="{C91F0C99-D340-490A-B7DB-739FF01DEACA}" type="parTrans" cxnId="{5378C0AF-7AA0-400B-AF6B-4E1C44B42337}">
      <dgm:prSet/>
      <dgm:spPr/>
      <dgm:t>
        <a:bodyPr/>
        <a:lstStyle/>
        <a:p>
          <a:endParaRPr lang="en-US"/>
        </a:p>
      </dgm:t>
    </dgm:pt>
    <dgm:pt modelId="{9390562E-9D7C-4F47-BB11-C035D4201A60}" type="sibTrans" cxnId="{5378C0AF-7AA0-400B-AF6B-4E1C44B42337}">
      <dgm:prSet/>
      <dgm:spPr/>
      <dgm:t>
        <a:bodyPr/>
        <a:lstStyle/>
        <a:p>
          <a:endParaRPr lang="en-US"/>
        </a:p>
      </dgm:t>
    </dgm:pt>
    <dgm:pt modelId="{866ACB47-5994-4DA4-95AA-B25FD0887865}">
      <dgm:prSet/>
      <dgm:spPr/>
      <dgm:t>
        <a:bodyPr/>
        <a:lstStyle/>
        <a:p>
          <a:r>
            <a:rPr lang="en-US" b="0" err="1"/>
            <a:t>bestCellRSRP</a:t>
          </a:r>
          <a:endParaRPr lang="en-US"/>
        </a:p>
      </dgm:t>
    </dgm:pt>
    <dgm:pt modelId="{C9B4440F-4E1E-4981-BF25-41B25423B944}" type="parTrans" cxnId="{96CE8CBD-EEEF-4F9C-8165-6E327803A036}">
      <dgm:prSet/>
      <dgm:spPr/>
      <dgm:t>
        <a:bodyPr/>
        <a:lstStyle/>
        <a:p>
          <a:endParaRPr lang="en-US"/>
        </a:p>
      </dgm:t>
    </dgm:pt>
    <dgm:pt modelId="{7F29FC28-82C1-4343-B876-FDCED894F0C1}" type="sibTrans" cxnId="{96CE8CBD-EEEF-4F9C-8165-6E327803A036}">
      <dgm:prSet/>
      <dgm:spPr/>
      <dgm:t>
        <a:bodyPr/>
        <a:lstStyle/>
        <a:p>
          <a:endParaRPr lang="en-US"/>
        </a:p>
      </dgm:t>
    </dgm:pt>
    <dgm:pt modelId="{8337907F-25A4-4E9D-A3A4-7074F1B3A3EE}">
      <dgm:prSet/>
      <dgm:spPr/>
      <dgm:t>
        <a:bodyPr/>
        <a:lstStyle/>
        <a:p>
          <a:r>
            <a:rPr lang="en-US" b="0" err="1"/>
            <a:t>rsrp_diff</a:t>
          </a:r>
          <a:endParaRPr lang="en-US"/>
        </a:p>
      </dgm:t>
    </dgm:pt>
    <dgm:pt modelId="{3CC9135E-7E0F-45A7-8355-C5752BD7A18B}" type="parTrans" cxnId="{C00A2B21-FC83-4A0F-A256-50FA3A821EC4}">
      <dgm:prSet/>
      <dgm:spPr/>
      <dgm:t>
        <a:bodyPr/>
        <a:lstStyle/>
        <a:p>
          <a:endParaRPr lang="en-US"/>
        </a:p>
      </dgm:t>
    </dgm:pt>
    <dgm:pt modelId="{AF75235C-A4CA-4D06-99D6-A34E958AC0DC}" type="sibTrans" cxnId="{C00A2B21-FC83-4A0F-A256-50FA3A821EC4}">
      <dgm:prSet/>
      <dgm:spPr/>
      <dgm:t>
        <a:bodyPr/>
        <a:lstStyle/>
        <a:p>
          <a:endParaRPr lang="en-US"/>
        </a:p>
      </dgm:t>
    </dgm:pt>
    <dgm:pt modelId="{7091E551-4CA1-4810-B3E3-AD1CAEDF0B10}">
      <dgm:prSet/>
      <dgm:spPr/>
      <dgm:t>
        <a:bodyPr/>
        <a:lstStyle/>
        <a:p>
          <a:r>
            <a:rPr lang="en-US" b="0" err="1"/>
            <a:t>num_cells_fulfilled</a:t>
          </a:r>
          <a:endParaRPr lang="en-US"/>
        </a:p>
      </dgm:t>
    </dgm:pt>
    <dgm:pt modelId="{F574ADD2-FD20-4E0B-9A7D-396337EFB06A}" type="parTrans" cxnId="{F222172D-C330-4D3F-A2ED-C83AABD47063}">
      <dgm:prSet/>
      <dgm:spPr/>
      <dgm:t>
        <a:bodyPr/>
        <a:lstStyle/>
        <a:p>
          <a:endParaRPr lang="en-US"/>
        </a:p>
      </dgm:t>
    </dgm:pt>
    <dgm:pt modelId="{0CEF39F3-7AB1-4EFC-AE0F-A45706D91BA6}" type="sibTrans" cxnId="{F222172D-C330-4D3F-A2ED-C83AABD47063}">
      <dgm:prSet/>
      <dgm:spPr/>
      <dgm:t>
        <a:bodyPr/>
        <a:lstStyle/>
        <a:p>
          <a:endParaRPr lang="en-US"/>
        </a:p>
      </dgm:t>
    </dgm:pt>
    <dgm:pt modelId="{1B5DF3A4-E0AB-40CC-820A-5BC6D33D0ADA}" type="pres">
      <dgm:prSet presAssocID="{EC0A114E-5235-4EE8-9493-BD23F165A4EB}" presName="vert0" presStyleCnt="0">
        <dgm:presLayoutVars>
          <dgm:dir/>
          <dgm:animOne val="branch"/>
          <dgm:animLvl val="lvl"/>
        </dgm:presLayoutVars>
      </dgm:prSet>
      <dgm:spPr/>
    </dgm:pt>
    <dgm:pt modelId="{5349FCC1-7ECD-4B8B-A981-29DAA676770A}" type="pres">
      <dgm:prSet presAssocID="{D622BD7B-CE79-4BED-828B-A49B225BAB84}" presName="thickLine" presStyleLbl="alignNode1" presStyleIdx="0" presStyleCnt="13"/>
      <dgm:spPr/>
    </dgm:pt>
    <dgm:pt modelId="{0C470A70-B40E-459C-BF09-292E427CD20B}" type="pres">
      <dgm:prSet presAssocID="{D622BD7B-CE79-4BED-828B-A49B225BAB84}" presName="horz1" presStyleCnt="0"/>
      <dgm:spPr/>
    </dgm:pt>
    <dgm:pt modelId="{500F81F6-05A2-43F1-932F-171D34E9D93B}" type="pres">
      <dgm:prSet presAssocID="{D622BD7B-CE79-4BED-828B-A49B225BAB84}" presName="tx1" presStyleLbl="revTx" presStyleIdx="0" presStyleCnt="13"/>
      <dgm:spPr/>
    </dgm:pt>
    <dgm:pt modelId="{FEB38754-A6AA-4555-A65B-61AA90038715}" type="pres">
      <dgm:prSet presAssocID="{D622BD7B-CE79-4BED-828B-A49B225BAB84}" presName="vert1" presStyleCnt="0"/>
      <dgm:spPr/>
    </dgm:pt>
    <dgm:pt modelId="{B17C77ED-2BA5-491D-BAB3-DB2FA7DC45FA}" type="pres">
      <dgm:prSet presAssocID="{F5E496F8-B1D3-4EFF-9C7C-E058693AA472}" presName="thickLine" presStyleLbl="alignNode1" presStyleIdx="1" presStyleCnt="13"/>
      <dgm:spPr/>
    </dgm:pt>
    <dgm:pt modelId="{65604D3E-08D0-4E90-9F17-F24F11CE2A97}" type="pres">
      <dgm:prSet presAssocID="{F5E496F8-B1D3-4EFF-9C7C-E058693AA472}" presName="horz1" presStyleCnt="0"/>
      <dgm:spPr/>
    </dgm:pt>
    <dgm:pt modelId="{3207634D-1891-40BF-8A50-C09087A7020F}" type="pres">
      <dgm:prSet presAssocID="{F5E496F8-B1D3-4EFF-9C7C-E058693AA472}" presName="tx1" presStyleLbl="revTx" presStyleIdx="1" presStyleCnt="13"/>
      <dgm:spPr/>
    </dgm:pt>
    <dgm:pt modelId="{ED0C8359-70C4-4755-941F-81B7ED01EEE4}" type="pres">
      <dgm:prSet presAssocID="{F5E496F8-B1D3-4EFF-9C7C-E058693AA472}" presName="vert1" presStyleCnt="0"/>
      <dgm:spPr/>
    </dgm:pt>
    <dgm:pt modelId="{58BAD8EB-555F-411D-9EAE-848CA74E1B71}" type="pres">
      <dgm:prSet presAssocID="{705998E3-07D6-48AC-846E-55E0C1498834}" presName="thickLine" presStyleLbl="alignNode1" presStyleIdx="2" presStyleCnt="13"/>
      <dgm:spPr/>
    </dgm:pt>
    <dgm:pt modelId="{032F411C-760B-48F7-B531-763850CE49DA}" type="pres">
      <dgm:prSet presAssocID="{705998E3-07D6-48AC-846E-55E0C1498834}" presName="horz1" presStyleCnt="0"/>
      <dgm:spPr/>
    </dgm:pt>
    <dgm:pt modelId="{58D831B1-253F-4C1F-B7DA-650CD3C2C1EC}" type="pres">
      <dgm:prSet presAssocID="{705998E3-07D6-48AC-846E-55E0C1498834}" presName="tx1" presStyleLbl="revTx" presStyleIdx="2" presStyleCnt="13"/>
      <dgm:spPr/>
    </dgm:pt>
    <dgm:pt modelId="{230006C5-6A83-42BA-BF63-2BDEB20D6EB7}" type="pres">
      <dgm:prSet presAssocID="{705998E3-07D6-48AC-846E-55E0C1498834}" presName="vert1" presStyleCnt="0"/>
      <dgm:spPr/>
    </dgm:pt>
    <dgm:pt modelId="{33B0F90F-13DA-4198-BAA9-08CCA2AD4193}" type="pres">
      <dgm:prSet presAssocID="{21EDB883-983A-4B38-9D96-96661AD803D6}" presName="thickLine" presStyleLbl="alignNode1" presStyleIdx="3" presStyleCnt="13"/>
      <dgm:spPr/>
    </dgm:pt>
    <dgm:pt modelId="{098FCD7D-1C27-4A81-8E1A-F50BFDA05DE3}" type="pres">
      <dgm:prSet presAssocID="{21EDB883-983A-4B38-9D96-96661AD803D6}" presName="horz1" presStyleCnt="0"/>
      <dgm:spPr/>
    </dgm:pt>
    <dgm:pt modelId="{B28A08A7-7FD3-4C48-B2F0-244AE7A1DA64}" type="pres">
      <dgm:prSet presAssocID="{21EDB883-983A-4B38-9D96-96661AD803D6}" presName="tx1" presStyleLbl="revTx" presStyleIdx="3" presStyleCnt="13"/>
      <dgm:spPr/>
    </dgm:pt>
    <dgm:pt modelId="{26920FC0-340A-48B8-BE0F-96E31E9D39E6}" type="pres">
      <dgm:prSet presAssocID="{21EDB883-983A-4B38-9D96-96661AD803D6}" presName="vert1" presStyleCnt="0"/>
      <dgm:spPr/>
    </dgm:pt>
    <dgm:pt modelId="{1C650010-E0DA-453E-91BD-808343DC54D9}" type="pres">
      <dgm:prSet presAssocID="{866ACB47-5994-4DA4-95AA-B25FD0887865}" presName="thickLine" presStyleLbl="alignNode1" presStyleIdx="4" presStyleCnt="13"/>
      <dgm:spPr/>
    </dgm:pt>
    <dgm:pt modelId="{14F54722-0E95-47F4-85B0-BFF08374E44F}" type="pres">
      <dgm:prSet presAssocID="{866ACB47-5994-4DA4-95AA-B25FD0887865}" presName="horz1" presStyleCnt="0"/>
      <dgm:spPr/>
    </dgm:pt>
    <dgm:pt modelId="{01CAE5D7-2719-41CB-BF75-9500C4939D50}" type="pres">
      <dgm:prSet presAssocID="{866ACB47-5994-4DA4-95AA-B25FD0887865}" presName="tx1" presStyleLbl="revTx" presStyleIdx="4" presStyleCnt="13"/>
      <dgm:spPr/>
    </dgm:pt>
    <dgm:pt modelId="{8EABAA36-5AF7-4E9A-AE07-4BE7D27E3172}" type="pres">
      <dgm:prSet presAssocID="{866ACB47-5994-4DA4-95AA-B25FD0887865}" presName="vert1" presStyleCnt="0"/>
      <dgm:spPr/>
    </dgm:pt>
    <dgm:pt modelId="{25691754-34AF-4AED-B536-371498AF9A17}" type="pres">
      <dgm:prSet presAssocID="{8337907F-25A4-4E9D-A3A4-7074F1B3A3EE}" presName="thickLine" presStyleLbl="alignNode1" presStyleIdx="5" presStyleCnt="13"/>
      <dgm:spPr/>
    </dgm:pt>
    <dgm:pt modelId="{A3B8847A-D016-47C7-91FC-EA8D0FFD9A8B}" type="pres">
      <dgm:prSet presAssocID="{8337907F-25A4-4E9D-A3A4-7074F1B3A3EE}" presName="horz1" presStyleCnt="0"/>
      <dgm:spPr/>
    </dgm:pt>
    <dgm:pt modelId="{C5403BA1-CFA9-4217-A304-3FF317148F68}" type="pres">
      <dgm:prSet presAssocID="{8337907F-25A4-4E9D-A3A4-7074F1B3A3EE}" presName="tx1" presStyleLbl="revTx" presStyleIdx="5" presStyleCnt="13"/>
      <dgm:spPr/>
    </dgm:pt>
    <dgm:pt modelId="{5560052F-1AA6-4A02-A5A3-BCDF23156D3A}" type="pres">
      <dgm:prSet presAssocID="{8337907F-25A4-4E9D-A3A4-7074F1B3A3EE}" presName="vert1" presStyleCnt="0"/>
      <dgm:spPr/>
    </dgm:pt>
    <dgm:pt modelId="{41B28CD3-83E8-45A2-BCEC-6A8C0857C0D5}" type="pres">
      <dgm:prSet presAssocID="{7091E551-4CA1-4810-B3E3-AD1CAEDF0B10}" presName="thickLine" presStyleLbl="alignNode1" presStyleIdx="6" presStyleCnt="13"/>
      <dgm:spPr/>
    </dgm:pt>
    <dgm:pt modelId="{129A5EB8-489F-4951-90C8-1CC7FA083F35}" type="pres">
      <dgm:prSet presAssocID="{7091E551-4CA1-4810-B3E3-AD1CAEDF0B10}" presName="horz1" presStyleCnt="0"/>
      <dgm:spPr/>
    </dgm:pt>
    <dgm:pt modelId="{5E740AC6-3524-401C-B297-9EDBA0F921B5}" type="pres">
      <dgm:prSet presAssocID="{7091E551-4CA1-4810-B3E3-AD1CAEDF0B10}" presName="tx1" presStyleLbl="revTx" presStyleIdx="6" presStyleCnt="13"/>
      <dgm:spPr/>
    </dgm:pt>
    <dgm:pt modelId="{0DC60BED-5781-4203-813E-5E757994BFEE}" type="pres">
      <dgm:prSet presAssocID="{7091E551-4CA1-4810-B3E3-AD1CAEDF0B10}" presName="vert1" presStyleCnt="0"/>
      <dgm:spPr/>
    </dgm:pt>
    <dgm:pt modelId="{B7832B3F-F32B-42B1-82F9-501296320359}" type="pres">
      <dgm:prSet presAssocID="{49CAF6DD-DAA9-4790-9663-F77B1E25882D}" presName="thickLine" presStyleLbl="alignNode1" presStyleIdx="7" presStyleCnt="13"/>
      <dgm:spPr/>
    </dgm:pt>
    <dgm:pt modelId="{D1F17E91-03D8-4FCB-89B5-D4C8955C23AD}" type="pres">
      <dgm:prSet presAssocID="{49CAF6DD-DAA9-4790-9663-F77B1E25882D}" presName="horz1" presStyleCnt="0"/>
      <dgm:spPr/>
    </dgm:pt>
    <dgm:pt modelId="{39A6BD23-B0E0-4EE3-B716-67B91687E83F}" type="pres">
      <dgm:prSet presAssocID="{49CAF6DD-DAA9-4790-9663-F77B1E25882D}" presName="tx1" presStyleLbl="revTx" presStyleIdx="7" presStyleCnt="13"/>
      <dgm:spPr/>
    </dgm:pt>
    <dgm:pt modelId="{4F5644C1-D236-4955-B5E3-C1B45504C5F2}" type="pres">
      <dgm:prSet presAssocID="{49CAF6DD-DAA9-4790-9663-F77B1E25882D}" presName="vert1" presStyleCnt="0"/>
      <dgm:spPr/>
    </dgm:pt>
    <dgm:pt modelId="{026DC5BB-83EB-432D-9B35-427DAF4F12E4}" type="pres">
      <dgm:prSet presAssocID="{B02EDA87-C2BC-4F1F-82D5-F27B27221C45}" presName="thickLine" presStyleLbl="alignNode1" presStyleIdx="8" presStyleCnt="13"/>
      <dgm:spPr/>
    </dgm:pt>
    <dgm:pt modelId="{63E30AC7-E2AF-4C16-B441-F34E43632D9D}" type="pres">
      <dgm:prSet presAssocID="{B02EDA87-C2BC-4F1F-82D5-F27B27221C45}" presName="horz1" presStyleCnt="0"/>
      <dgm:spPr/>
    </dgm:pt>
    <dgm:pt modelId="{F8179028-5C16-421D-80E3-20BDF2B13200}" type="pres">
      <dgm:prSet presAssocID="{B02EDA87-C2BC-4F1F-82D5-F27B27221C45}" presName="tx1" presStyleLbl="revTx" presStyleIdx="8" presStyleCnt="13"/>
      <dgm:spPr/>
    </dgm:pt>
    <dgm:pt modelId="{C04E84AA-758C-445F-9C1E-C2EEDA96A0C6}" type="pres">
      <dgm:prSet presAssocID="{B02EDA87-C2BC-4F1F-82D5-F27B27221C45}" presName="vert1" presStyleCnt="0"/>
      <dgm:spPr/>
    </dgm:pt>
    <dgm:pt modelId="{C0D19A00-5A66-4E18-92A4-C35B8F339091}" type="pres">
      <dgm:prSet presAssocID="{380C5C64-8417-403B-9778-E935D7929479}" presName="thickLine" presStyleLbl="alignNode1" presStyleIdx="9" presStyleCnt="13"/>
      <dgm:spPr/>
    </dgm:pt>
    <dgm:pt modelId="{8C6E22AC-92ED-470F-8867-3B6688E3248D}" type="pres">
      <dgm:prSet presAssocID="{380C5C64-8417-403B-9778-E935D7929479}" presName="horz1" presStyleCnt="0"/>
      <dgm:spPr/>
    </dgm:pt>
    <dgm:pt modelId="{E22B3ABE-EF16-4FC9-8631-E62B628F58CE}" type="pres">
      <dgm:prSet presAssocID="{380C5C64-8417-403B-9778-E935D7929479}" presName="tx1" presStyleLbl="revTx" presStyleIdx="9" presStyleCnt="13"/>
      <dgm:spPr/>
    </dgm:pt>
    <dgm:pt modelId="{78B7C585-8015-43D8-9EAB-12D81DDC1EFE}" type="pres">
      <dgm:prSet presAssocID="{380C5C64-8417-403B-9778-E935D7929479}" presName="vert1" presStyleCnt="0"/>
      <dgm:spPr/>
    </dgm:pt>
    <dgm:pt modelId="{B3242B8B-6181-4DF9-A94E-3739988FFD59}" type="pres">
      <dgm:prSet presAssocID="{F6D36300-D094-480A-AC41-A9110508925F}" presName="thickLine" presStyleLbl="alignNode1" presStyleIdx="10" presStyleCnt="13"/>
      <dgm:spPr/>
    </dgm:pt>
    <dgm:pt modelId="{0421D698-772D-43E4-9CB3-EE3BE4E76F04}" type="pres">
      <dgm:prSet presAssocID="{F6D36300-D094-480A-AC41-A9110508925F}" presName="horz1" presStyleCnt="0"/>
      <dgm:spPr/>
    </dgm:pt>
    <dgm:pt modelId="{2393C6EA-E2DB-4B66-B0B6-7C7F51ADC750}" type="pres">
      <dgm:prSet presAssocID="{F6D36300-D094-480A-AC41-A9110508925F}" presName="tx1" presStyleLbl="revTx" presStyleIdx="10" presStyleCnt="13"/>
      <dgm:spPr/>
    </dgm:pt>
    <dgm:pt modelId="{E6BF521B-5C80-4E9A-8826-00A3B7B81322}" type="pres">
      <dgm:prSet presAssocID="{F6D36300-D094-480A-AC41-A9110508925F}" presName="vert1" presStyleCnt="0"/>
      <dgm:spPr/>
    </dgm:pt>
    <dgm:pt modelId="{F6DC5A5B-7400-412A-9A91-531A9142BB33}" type="pres">
      <dgm:prSet presAssocID="{C52A633C-3D6B-4A08-9FED-0679BAE18F49}" presName="thickLine" presStyleLbl="alignNode1" presStyleIdx="11" presStyleCnt="13"/>
      <dgm:spPr/>
    </dgm:pt>
    <dgm:pt modelId="{04DCC09E-650E-48D3-96D3-6E4D5C0C75A0}" type="pres">
      <dgm:prSet presAssocID="{C52A633C-3D6B-4A08-9FED-0679BAE18F49}" presName="horz1" presStyleCnt="0"/>
      <dgm:spPr/>
    </dgm:pt>
    <dgm:pt modelId="{9A7C5F9D-0159-4E30-B24F-E69F934DC4C6}" type="pres">
      <dgm:prSet presAssocID="{C52A633C-3D6B-4A08-9FED-0679BAE18F49}" presName="tx1" presStyleLbl="revTx" presStyleIdx="11" presStyleCnt="13"/>
      <dgm:spPr/>
    </dgm:pt>
    <dgm:pt modelId="{72753167-04A8-4F26-A3F1-A5A824C90485}" type="pres">
      <dgm:prSet presAssocID="{C52A633C-3D6B-4A08-9FED-0679BAE18F49}" presName="vert1" presStyleCnt="0"/>
      <dgm:spPr/>
    </dgm:pt>
    <dgm:pt modelId="{B50442A8-8C49-4EEA-93DD-4388EA34B53F}" type="pres">
      <dgm:prSet presAssocID="{C01E71D6-00A8-4CB9-A232-0ABCCF0EEB64}" presName="thickLine" presStyleLbl="alignNode1" presStyleIdx="12" presStyleCnt="13"/>
      <dgm:spPr/>
    </dgm:pt>
    <dgm:pt modelId="{82499C93-C9E9-49D0-B6FB-798206B82CE5}" type="pres">
      <dgm:prSet presAssocID="{C01E71D6-00A8-4CB9-A232-0ABCCF0EEB64}" presName="horz1" presStyleCnt="0"/>
      <dgm:spPr/>
    </dgm:pt>
    <dgm:pt modelId="{A3576A87-A979-4CDC-AA86-9764DD1AEAF3}" type="pres">
      <dgm:prSet presAssocID="{C01E71D6-00A8-4CB9-A232-0ABCCF0EEB64}" presName="tx1" presStyleLbl="revTx" presStyleIdx="12" presStyleCnt="13"/>
      <dgm:spPr/>
    </dgm:pt>
    <dgm:pt modelId="{8F38B507-D2B0-4C41-AE20-07FE31611E94}" type="pres">
      <dgm:prSet presAssocID="{C01E71D6-00A8-4CB9-A232-0ABCCF0EEB64}" presName="vert1" presStyleCnt="0"/>
      <dgm:spPr/>
    </dgm:pt>
  </dgm:ptLst>
  <dgm:cxnLst>
    <dgm:cxn modelId="{1D99A11E-0820-4480-AC19-1116FC0AECCD}" type="presOf" srcId="{F6D36300-D094-480A-AC41-A9110508925F}" destId="{2393C6EA-E2DB-4B66-B0B6-7C7F51ADC750}" srcOrd="0" destOrd="0" presId="urn:microsoft.com/office/officeart/2008/layout/LinedList"/>
    <dgm:cxn modelId="{C00A2B21-FC83-4A0F-A256-50FA3A821EC4}" srcId="{EC0A114E-5235-4EE8-9493-BD23F165A4EB}" destId="{8337907F-25A4-4E9D-A3A4-7074F1B3A3EE}" srcOrd="5" destOrd="0" parTransId="{3CC9135E-7E0F-45A7-8355-C5752BD7A18B}" sibTransId="{AF75235C-A4CA-4D06-99D6-A34E958AC0DC}"/>
    <dgm:cxn modelId="{8F707223-3FC5-4059-BCA8-9B2002BA1155}" type="presOf" srcId="{705998E3-07D6-48AC-846E-55E0C1498834}" destId="{58D831B1-253F-4C1F-B7DA-650CD3C2C1EC}" srcOrd="0" destOrd="0" presId="urn:microsoft.com/office/officeart/2008/layout/LinedList"/>
    <dgm:cxn modelId="{6544612C-1A09-41C6-83A3-7A9B1BAFE0CF}" srcId="{EC0A114E-5235-4EE8-9493-BD23F165A4EB}" destId="{C52A633C-3D6B-4A08-9FED-0679BAE18F49}" srcOrd="11" destOrd="0" parTransId="{CDB5EF3F-65AF-44D6-897C-600534B5EBC8}" sibTransId="{4DA2B99D-6217-44FF-8236-122531FF69B6}"/>
    <dgm:cxn modelId="{F222172D-C330-4D3F-A2ED-C83AABD47063}" srcId="{EC0A114E-5235-4EE8-9493-BD23F165A4EB}" destId="{7091E551-4CA1-4810-B3E3-AD1CAEDF0B10}" srcOrd="6" destOrd="0" parTransId="{F574ADD2-FD20-4E0B-9A7D-396337EFB06A}" sibTransId="{0CEF39F3-7AB1-4EFC-AE0F-A45706D91BA6}"/>
    <dgm:cxn modelId="{E1F4633F-70D1-4E04-947D-87FD90B11E88}" type="presOf" srcId="{C52A633C-3D6B-4A08-9FED-0679BAE18F49}" destId="{9A7C5F9D-0159-4E30-B24F-E69F934DC4C6}" srcOrd="0" destOrd="0" presId="urn:microsoft.com/office/officeart/2008/layout/LinedList"/>
    <dgm:cxn modelId="{316CF040-DD3B-40B7-90C5-2C5400245017}" type="presOf" srcId="{C01E71D6-00A8-4CB9-A232-0ABCCF0EEB64}" destId="{A3576A87-A979-4CDC-AA86-9764DD1AEAF3}" srcOrd="0" destOrd="0" presId="urn:microsoft.com/office/officeart/2008/layout/LinedList"/>
    <dgm:cxn modelId="{8B871D48-CBFB-4072-B8B0-CF0E2EAE42B8}" srcId="{EC0A114E-5235-4EE8-9493-BD23F165A4EB}" destId="{21EDB883-983A-4B38-9D96-96661AD803D6}" srcOrd="3" destOrd="0" parTransId="{72BC008A-CB4F-4E62-8675-D3D57275C676}" sibTransId="{482A8F6E-20B2-46A7-9459-F2B936CD5FB3}"/>
    <dgm:cxn modelId="{80E4F058-B6DB-4BDB-9F69-16A2604DB818}" type="presOf" srcId="{21EDB883-983A-4B38-9D96-96661AD803D6}" destId="{B28A08A7-7FD3-4C48-B2F0-244AE7A1DA64}" srcOrd="0" destOrd="0" presId="urn:microsoft.com/office/officeart/2008/layout/LinedList"/>
    <dgm:cxn modelId="{467BA975-06BB-46BF-BAC1-144AC13D7739}" srcId="{EC0A114E-5235-4EE8-9493-BD23F165A4EB}" destId="{380C5C64-8417-403B-9778-E935D7929479}" srcOrd="9" destOrd="0" parTransId="{AA26D2D4-B2BD-4A87-8913-00DDE651123E}" sibTransId="{F4C9F6EF-411F-4121-8CA9-535403856DFD}"/>
    <dgm:cxn modelId="{6F79D97F-FD4F-4FDA-B10A-F6C6F20BE4FD}" type="presOf" srcId="{8337907F-25A4-4E9D-A3A4-7074F1B3A3EE}" destId="{C5403BA1-CFA9-4217-A304-3FF317148F68}" srcOrd="0" destOrd="0" presId="urn:microsoft.com/office/officeart/2008/layout/LinedList"/>
    <dgm:cxn modelId="{3954A383-89BC-42A9-B01F-34D580B71FDE}" type="presOf" srcId="{EC0A114E-5235-4EE8-9493-BD23F165A4EB}" destId="{1B5DF3A4-E0AB-40CC-820A-5BC6D33D0ADA}" srcOrd="0" destOrd="0" presId="urn:microsoft.com/office/officeart/2008/layout/LinedList"/>
    <dgm:cxn modelId="{05645C84-81CA-4312-A4D9-F2F5CD0E10C6}" srcId="{EC0A114E-5235-4EE8-9493-BD23F165A4EB}" destId="{F5E496F8-B1D3-4EFF-9C7C-E058693AA472}" srcOrd="1" destOrd="0" parTransId="{7012C087-3F33-49C0-A802-2C37B57580ED}" sibTransId="{70EFFC97-7B78-4345-A201-C49A32F8064A}"/>
    <dgm:cxn modelId="{72AC248A-0BC4-4BAD-BE55-4ED234DEFB56}" type="presOf" srcId="{D622BD7B-CE79-4BED-828B-A49B225BAB84}" destId="{500F81F6-05A2-43F1-932F-171D34E9D93B}" srcOrd="0" destOrd="0" presId="urn:microsoft.com/office/officeart/2008/layout/LinedList"/>
    <dgm:cxn modelId="{70F62BAA-BE46-4688-9230-EDCA9DE26E82}" srcId="{EC0A114E-5235-4EE8-9493-BD23F165A4EB}" destId="{49CAF6DD-DAA9-4790-9663-F77B1E25882D}" srcOrd="7" destOrd="0" parTransId="{7BFE5074-FDC6-4BC3-B22D-26143F05A7CC}" sibTransId="{5100AC90-AEE6-4AC6-B410-516DA49E5BF5}"/>
    <dgm:cxn modelId="{5378C0AF-7AA0-400B-AF6B-4E1C44B42337}" srcId="{EC0A114E-5235-4EE8-9493-BD23F165A4EB}" destId="{C01E71D6-00A8-4CB9-A232-0ABCCF0EEB64}" srcOrd="12" destOrd="0" parTransId="{C91F0C99-D340-490A-B7DB-739FF01DEACA}" sibTransId="{9390562E-9D7C-4F47-BB11-C035D4201A60}"/>
    <dgm:cxn modelId="{D21780B7-74DA-4ABC-A658-0E43E430BA6F}" type="presOf" srcId="{B02EDA87-C2BC-4F1F-82D5-F27B27221C45}" destId="{F8179028-5C16-421D-80E3-20BDF2B13200}" srcOrd="0" destOrd="0" presId="urn:microsoft.com/office/officeart/2008/layout/LinedList"/>
    <dgm:cxn modelId="{96CE8CBD-EEEF-4F9C-8165-6E327803A036}" srcId="{EC0A114E-5235-4EE8-9493-BD23F165A4EB}" destId="{866ACB47-5994-4DA4-95AA-B25FD0887865}" srcOrd="4" destOrd="0" parTransId="{C9B4440F-4E1E-4981-BF25-41B25423B944}" sibTransId="{7F29FC28-82C1-4343-B876-FDCED894F0C1}"/>
    <dgm:cxn modelId="{1B64F8C0-9303-44CC-891E-A982C233B159}" type="presOf" srcId="{49CAF6DD-DAA9-4790-9663-F77B1E25882D}" destId="{39A6BD23-B0E0-4EE3-B716-67B91687E83F}" srcOrd="0" destOrd="0" presId="urn:microsoft.com/office/officeart/2008/layout/LinedList"/>
    <dgm:cxn modelId="{F25F5FC4-82DF-444D-AA21-2F3A702580EE}" srcId="{EC0A114E-5235-4EE8-9493-BD23F165A4EB}" destId="{705998E3-07D6-48AC-846E-55E0C1498834}" srcOrd="2" destOrd="0" parTransId="{C4F9E130-C30F-41FC-B83A-8FD860C6099A}" sibTransId="{70AABFD2-48AA-498E-8332-E018E1A63052}"/>
    <dgm:cxn modelId="{C6EE0CD0-13F9-4ECF-86F3-1CFC0B62B419}" type="presOf" srcId="{380C5C64-8417-403B-9778-E935D7929479}" destId="{E22B3ABE-EF16-4FC9-8631-E62B628F58CE}" srcOrd="0" destOrd="0" presId="urn:microsoft.com/office/officeart/2008/layout/LinedList"/>
    <dgm:cxn modelId="{D211F9E1-9C14-430C-AE23-42A601FA10B0}" type="presOf" srcId="{866ACB47-5994-4DA4-95AA-B25FD0887865}" destId="{01CAE5D7-2719-41CB-BF75-9500C4939D50}" srcOrd="0" destOrd="0" presId="urn:microsoft.com/office/officeart/2008/layout/LinedList"/>
    <dgm:cxn modelId="{CF591FE7-943D-4B23-92FE-B91F5F445910}" srcId="{EC0A114E-5235-4EE8-9493-BD23F165A4EB}" destId="{B02EDA87-C2BC-4F1F-82D5-F27B27221C45}" srcOrd="8" destOrd="0" parTransId="{BFCAFA8A-129F-4A6D-8818-62DE41B01761}" sibTransId="{049D0DA1-2C7B-4794-ACE2-3F5B11631767}"/>
    <dgm:cxn modelId="{634566EA-AC21-46D2-9EAB-E47A5EBF8AF8}" type="presOf" srcId="{7091E551-4CA1-4810-B3E3-AD1CAEDF0B10}" destId="{5E740AC6-3524-401C-B297-9EDBA0F921B5}" srcOrd="0" destOrd="0" presId="urn:microsoft.com/office/officeart/2008/layout/LinedList"/>
    <dgm:cxn modelId="{F369E3EA-E4BC-497E-B6A9-F2806966774B}" srcId="{EC0A114E-5235-4EE8-9493-BD23F165A4EB}" destId="{F6D36300-D094-480A-AC41-A9110508925F}" srcOrd="10" destOrd="0" parTransId="{73FA3843-D99C-4617-9EF4-44248D791DF7}" sibTransId="{EDE7C4C7-251F-49A4-9F9F-002B5E97DC82}"/>
    <dgm:cxn modelId="{C9A2AAED-3CBC-4850-A892-44AE9D5EA85E}" type="presOf" srcId="{F5E496F8-B1D3-4EFF-9C7C-E058693AA472}" destId="{3207634D-1891-40BF-8A50-C09087A7020F}" srcOrd="0" destOrd="0" presId="urn:microsoft.com/office/officeart/2008/layout/LinedList"/>
    <dgm:cxn modelId="{58FC0EF8-C7B8-49EC-8F4E-F1C1530D1953}" srcId="{EC0A114E-5235-4EE8-9493-BD23F165A4EB}" destId="{D622BD7B-CE79-4BED-828B-A49B225BAB84}" srcOrd="0" destOrd="0" parTransId="{C8E4D0FE-5991-4151-A9BB-E4AB4C69B4BC}" sibTransId="{CEBF51D7-7F3A-4638-8D2C-04B3787A4DB9}"/>
    <dgm:cxn modelId="{E0B2130C-342B-461A-B818-2F65CE925EE0}" type="presParOf" srcId="{1B5DF3A4-E0AB-40CC-820A-5BC6D33D0ADA}" destId="{5349FCC1-7ECD-4B8B-A981-29DAA676770A}" srcOrd="0" destOrd="0" presId="urn:microsoft.com/office/officeart/2008/layout/LinedList"/>
    <dgm:cxn modelId="{64062C41-8805-4472-BACC-2228AC79A095}" type="presParOf" srcId="{1B5DF3A4-E0AB-40CC-820A-5BC6D33D0ADA}" destId="{0C470A70-B40E-459C-BF09-292E427CD20B}" srcOrd="1" destOrd="0" presId="urn:microsoft.com/office/officeart/2008/layout/LinedList"/>
    <dgm:cxn modelId="{6AAB91B7-2294-4BDF-AE84-F5022A1FD0F8}" type="presParOf" srcId="{0C470A70-B40E-459C-BF09-292E427CD20B}" destId="{500F81F6-05A2-43F1-932F-171D34E9D93B}" srcOrd="0" destOrd="0" presId="urn:microsoft.com/office/officeart/2008/layout/LinedList"/>
    <dgm:cxn modelId="{357109D5-BB53-4D7B-9A19-7F89A3BB7EA1}" type="presParOf" srcId="{0C470A70-B40E-459C-BF09-292E427CD20B}" destId="{FEB38754-A6AA-4555-A65B-61AA90038715}" srcOrd="1" destOrd="0" presId="urn:microsoft.com/office/officeart/2008/layout/LinedList"/>
    <dgm:cxn modelId="{32443673-0A15-449A-8B26-42FA4515C3C0}" type="presParOf" srcId="{1B5DF3A4-E0AB-40CC-820A-5BC6D33D0ADA}" destId="{B17C77ED-2BA5-491D-BAB3-DB2FA7DC45FA}" srcOrd="2" destOrd="0" presId="urn:microsoft.com/office/officeart/2008/layout/LinedList"/>
    <dgm:cxn modelId="{03D4494C-CC9E-433F-A39B-A1F491FF16CF}" type="presParOf" srcId="{1B5DF3A4-E0AB-40CC-820A-5BC6D33D0ADA}" destId="{65604D3E-08D0-4E90-9F17-F24F11CE2A97}" srcOrd="3" destOrd="0" presId="urn:microsoft.com/office/officeart/2008/layout/LinedList"/>
    <dgm:cxn modelId="{BF99356A-BCC1-478D-B121-30AFB60476E1}" type="presParOf" srcId="{65604D3E-08D0-4E90-9F17-F24F11CE2A97}" destId="{3207634D-1891-40BF-8A50-C09087A7020F}" srcOrd="0" destOrd="0" presId="urn:microsoft.com/office/officeart/2008/layout/LinedList"/>
    <dgm:cxn modelId="{878C3C5E-D3CD-4F84-BB5A-F9F12309BF5A}" type="presParOf" srcId="{65604D3E-08D0-4E90-9F17-F24F11CE2A97}" destId="{ED0C8359-70C4-4755-941F-81B7ED01EEE4}" srcOrd="1" destOrd="0" presId="urn:microsoft.com/office/officeart/2008/layout/LinedList"/>
    <dgm:cxn modelId="{F209648B-F561-49CA-A440-3B25AEF1591E}" type="presParOf" srcId="{1B5DF3A4-E0AB-40CC-820A-5BC6D33D0ADA}" destId="{58BAD8EB-555F-411D-9EAE-848CA74E1B71}" srcOrd="4" destOrd="0" presId="urn:microsoft.com/office/officeart/2008/layout/LinedList"/>
    <dgm:cxn modelId="{8A24B376-7517-4EFA-9986-AED43ADDED03}" type="presParOf" srcId="{1B5DF3A4-E0AB-40CC-820A-5BC6D33D0ADA}" destId="{032F411C-760B-48F7-B531-763850CE49DA}" srcOrd="5" destOrd="0" presId="urn:microsoft.com/office/officeart/2008/layout/LinedList"/>
    <dgm:cxn modelId="{C13423AC-3758-4C3B-95C2-77BCA04A08B2}" type="presParOf" srcId="{032F411C-760B-48F7-B531-763850CE49DA}" destId="{58D831B1-253F-4C1F-B7DA-650CD3C2C1EC}" srcOrd="0" destOrd="0" presId="urn:microsoft.com/office/officeart/2008/layout/LinedList"/>
    <dgm:cxn modelId="{4C6425CD-AA84-4934-BD6F-23F221C634E1}" type="presParOf" srcId="{032F411C-760B-48F7-B531-763850CE49DA}" destId="{230006C5-6A83-42BA-BF63-2BDEB20D6EB7}" srcOrd="1" destOrd="0" presId="urn:microsoft.com/office/officeart/2008/layout/LinedList"/>
    <dgm:cxn modelId="{BE9E27E6-040B-472E-AF7B-96DC95FE1CC9}" type="presParOf" srcId="{1B5DF3A4-E0AB-40CC-820A-5BC6D33D0ADA}" destId="{33B0F90F-13DA-4198-BAA9-08CCA2AD4193}" srcOrd="6" destOrd="0" presId="urn:microsoft.com/office/officeart/2008/layout/LinedList"/>
    <dgm:cxn modelId="{C0E3946A-C286-4D71-87F5-A791EF5C7CAF}" type="presParOf" srcId="{1B5DF3A4-E0AB-40CC-820A-5BC6D33D0ADA}" destId="{098FCD7D-1C27-4A81-8E1A-F50BFDA05DE3}" srcOrd="7" destOrd="0" presId="urn:microsoft.com/office/officeart/2008/layout/LinedList"/>
    <dgm:cxn modelId="{E3A88A32-C756-445B-895F-84F17950F1B9}" type="presParOf" srcId="{098FCD7D-1C27-4A81-8E1A-F50BFDA05DE3}" destId="{B28A08A7-7FD3-4C48-B2F0-244AE7A1DA64}" srcOrd="0" destOrd="0" presId="urn:microsoft.com/office/officeart/2008/layout/LinedList"/>
    <dgm:cxn modelId="{5B049D86-80F5-4AEA-9768-8FCECB70DAFE}" type="presParOf" srcId="{098FCD7D-1C27-4A81-8E1A-F50BFDA05DE3}" destId="{26920FC0-340A-48B8-BE0F-96E31E9D39E6}" srcOrd="1" destOrd="0" presId="urn:microsoft.com/office/officeart/2008/layout/LinedList"/>
    <dgm:cxn modelId="{2E225D8C-DEB6-431B-906F-C814C3247CDB}" type="presParOf" srcId="{1B5DF3A4-E0AB-40CC-820A-5BC6D33D0ADA}" destId="{1C650010-E0DA-453E-91BD-808343DC54D9}" srcOrd="8" destOrd="0" presId="urn:microsoft.com/office/officeart/2008/layout/LinedList"/>
    <dgm:cxn modelId="{371F89C3-2E98-426A-A79E-517EA49007FA}" type="presParOf" srcId="{1B5DF3A4-E0AB-40CC-820A-5BC6D33D0ADA}" destId="{14F54722-0E95-47F4-85B0-BFF08374E44F}" srcOrd="9" destOrd="0" presId="urn:microsoft.com/office/officeart/2008/layout/LinedList"/>
    <dgm:cxn modelId="{C415283C-E645-40DF-A64F-45E858DA7C80}" type="presParOf" srcId="{14F54722-0E95-47F4-85B0-BFF08374E44F}" destId="{01CAE5D7-2719-41CB-BF75-9500C4939D50}" srcOrd="0" destOrd="0" presId="urn:microsoft.com/office/officeart/2008/layout/LinedList"/>
    <dgm:cxn modelId="{AA915CC5-C004-49D3-9BEA-743F7EC837F1}" type="presParOf" srcId="{14F54722-0E95-47F4-85B0-BFF08374E44F}" destId="{8EABAA36-5AF7-4E9A-AE07-4BE7D27E3172}" srcOrd="1" destOrd="0" presId="urn:microsoft.com/office/officeart/2008/layout/LinedList"/>
    <dgm:cxn modelId="{74BFC63A-45AF-4D38-B6C3-057EB2F114E0}" type="presParOf" srcId="{1B5DF3A4-E0AB-40CC-820A-5BC6D33D0ADA}" destId="{25691754-34AF-4AED-B536-371498AF9A17}" srcOrd="10" destOrd="0" presId="urn:microsoft.com/office/officeart/2008/layout/LinedList"/>
    <dgm:cxn modelId="{7BC099E6-55DC-4277-AD49-6B1A4A416123}" type="presParOf" srcId="{1B5DF3A4-E0AB-40CC-820A-5BC6D33D0ADA}" destId="{A3B8847A-D016-47C7-91FC-EA8D0FFD9A8B}" srcOrd="11" destOrd="0" presId="urn:microsoft.com/office/officeart/2008/layout/LinedList"/>
    <dgm:cxn modelId="{EF9390EC-A868-4359-B675-B67EE35350A8}" type="presParOf" srcId="{A3B8847A-D016-47C7-91FC-EA8D0FFD9A8B}" destId="{C5403BA1-CFA9-4217-A304-3FF317148F68}" srcOrd="0" destOrd="0" presId="urn:microsoft.com/office/officeart/2008/layout/LinedList"/>
    <dgm:cxn modelId="{A98D67B2-BB7D-4FFF-9B6C-AB6695A3A1A7}" type="presParOf" srcId="{A3B8847A-D016-47C7-91FC-EA8D0FFD9A8B}" destId="{5560052F-1AA6-4A02-A5A3-BCDF23156D3A}" srcOrd="1" destOrd="0" presId="urn:microsoft.com/office/officeart/2008/layout/LinedList"/>
    <dgm:cxn modelId="{5F90A012-F111-43B4-99AF-B067908CA407}" type="presParOf" srcId="{1B5DF3A4-E0AB-40CC-820A-5BC6D33D0ADA}" destId="{41B28CD3-83E8-45A2-BCEC-6A8C0857C0D5}" srcOrd="12" destOrd="0" presId="urn:microsoft.com/office/officeart/2008/layout/LinedList"/>
    <dgm:cxn modelId="{A2A4C0A5-B235-4A9F-987E-A639D464A804}" type="presParOf" srcId="{1B5DF3A4-E0AB-40CC-820A-5BC6D33D0ADA}" destId="{129A5EB8-489F-4951-90C8-1CC7FA083F35}" srcOrd="13" destOrd="0" presId="urn:microsoft.com/office/officeart/2008/layout/LinedList"/>
    <dgm:cxn modelId="{EFC757DB-9820-43E7-8B93-0AF3616D7623}" type="presParOf" srcId="{129A5EB8-489F-4951-90C8-1CC7FA083F35}" destId="{5E740AC6-3524-401C-B297-9EDBA0F921B5}" srcOrd="0" destOrd="0" presId="urn:microsoft.com/office/officeart/2008/layout/LinedList"/>
    <dgm:cxn modelId="{00D4FE54-A3B0-4CC3-B3C1-33AD96F7684A}" type="presParOf" srcId="{129A5EB8-489F-4951-90C8-1CC7FA083F35}" destId="{0DC60BED-5781-4203-813E-5E757994BFEE}" srcOrd="1" destOrd="0" presId="urn:microsoft.com/office/officeart/2008/layout/LinedList"/>
    <dgm:cxn modelId="{1D5F7A56-645F-4A0A-BB2C-C5F47E2C235D}" type="presParOf" srcId="{1B5DF3A4-E0AB-40CC-820A-5BC6D33D0ADA}" destId="{B7832B3F-F32B-42B1-82F9-501296320359}" srcOrd="14" destOrd="0" presId="urn:microsoft.com/office/officeart/2008/layout/LinedList"/>
    <dgm:cxn modelId="{B98D7DC2-AE3E-49FB-BB1A-8EC976EA001E}" type="presParOf" srcId="{1B5DF3A4-E0AB-40CC-820A-5BC6D33D0ADA}" destId="{D1F17E91-03D8-4FCB-89B5-D4C8955C23AD}" srcOrd="15" destOrd="0" presId="urn:microsoft.com/office/officeart/2008/layout/LinedList"/>
    <dgm:cxn modelId="{3BAB4648-A6D3-433E-94D7-1F63A871CAD0}" type="presParOf" srcId="{D1F17E91-03D8-4FCB-89B5-D4C8955C23AD}" destId="{39A6BD23-B0E0-4EE3-B716-67B91687E83F}" srcOrd="0" destOrd="0" presId="urn:microsoft.com/office/officeart/2008/layout/LinedList"/>
    <dgm:cxn modelId="{B61E65EC-F94A-478E-9AF5-2F29887DABB9}" type="presParOf" srcId="{D1F17E91-03D8-4FCB-89B5-D4C8955C23AD}" destId="{4F5644C1-D236-4955-B5E3-C1B45504C5F2}" srcOrd="1" destOrd="0" presId="urn:microsoft.com/office/officeart/2008/layout/LinedList"/>
    <dgm:cxn modelId="{5B5D126F-5766-4D48-9089-C3DE26D2CDBC}" type="presParOf" srcId="{1B5DF3A4-E0AB-40CC-820A-5BC6D33D0ADA}" destId="{026DC5BB-83EB-432D-9B35-427DAF4F12E4}" srcOrd="16" destOrd="0" presId="urn:microsoft.com/office/officeart/2008/layout/LinedList"/>
    <dgm:cxn modelId="{E6753E4C-545F-4959-ABA4-60900D3B639D}" type="presParOf" srcId="{1B5DF3A4-E0AB-40CC-820A-5BC6D33D0ADA}" destId="{63E30AC7-E2AF-4C16-B441-F34E43632D9D}" srcOrd="17" destOrd="0" presId="urn:microsoft.com/office/officeart/2008/layout/LinedList"/>
    <dgm:cxn modelId="{7BF1206B-80C9-40E2-B26A-8A7B88B02F9B}" type="presParOf" srcId="{63E30AC7-E2AF-4C16-B441-F34E43632D9D}" destId="{F8179028-5C16-421D-80E3-20BDF2B13200}" srcOrd="0" destOrd="0" presId="urn:microsoft.com/office/officeart/2008/layout/LinedList"/>
    <dgm:cxn modelId="{A7473EE1-235C-46FB-AEDD-7C438EBD8B21}" type="presParOf" srcId="{63E30AC7-E2AF-4C16-B441-F34E43632D9D}" destId="{C04E84AA-758C-445F-9C1E-C2EEDA96A0C6}" srcOrd="1" destOrd="0" presId="urn:microsoft.com/office/officeart/2008/layout/LinedList"/>
    <dgm:cxn modelId="{8EFEAF5C-FF01-418E-A4BF-D25C1D3B53EB}" type="presParOf" srcId="{1B5DF3A4-E0AB-40CC-820A-5BC6D33D0ADA}" destId="{C0D19A00-5A66-4E18-92A4-C35B8F339091}" srcOrd="18" destOrd="0" presId="urn:microsoft.com/office/officeart/2008/layout/LinedList"/>
    <dgm:cxn modelId="{A766390F-FE6B-4593-8BD1-0C58C48B53B5}" type="presParOf" srcId="{1B5DF3A4-E0AB-40CC-820A-5BC6D33D0ADA}" destId="{8C6E22AC-92ED-470F-8867-3B6688E3248D}" srcOrd="19" destOrd="0" presId="urn:microsoft.com/office/officeart/2008/layout/LinedList"/>
    <dgm:cxn modelId="{00947298-6533-46E0-BB8A-E08B778A2876}" type="presParOf" srcId="{8C6E22AC-92ED-470F-8867-3B6688E3248D}" destId="{E22B3ABE-EF16-4FC9-8631-E62B628F58CE}" srcOrd="0" destOrd="0" presId="urn:microsoft.com/office/officeart/2008/layout/LinedList"/>
    <dgm:cxn modelId="{4AA8B39C-B463-4274-8546-7A8CC8F9934F}" type="presParOf" srcId="{8C6E22AC-92ED-470F-8867-3B6688E3248D}" destId="{78B7C585-8015-43D8-9EAB-12D81DDC1EFE}" srcOrd="1" destOrd="0" presId="urn:microsoft.com/office/officeart/2008/layout/LinedList"/>
    <dgm:cxn modelId="{25BCA083-8FB9-48E7-8BC1-A37FA009488E}" type="presParOf" srcId="{1B5DF3A4-E0AB-40CC-820A-5BC6D33D0ADA}" destId="{B3242B8B-6181-4DF9-A94E-3739988FFD59}" srcOrd="20" destOrd="0" presId="urn:microsoft.com/office/officeart/2008/layout/LinedList"/>
    <dgm:cxn modelId="{45884AAC-E63A-4BA4-B773-78594A760D1C}" type="presParOf" srcId="{1B5DF3A4-E0AB-40CC-820A-5BC6D33D0ADA}" destId="{0421D698-772D-43E4-9CB3-EE3BE4E76F04}" srcOrd="21" destOrd="0" presId="urn:microsoft.com/office/officeart/2008/layout/LinedList"/>
    <dgm:cxn modelId="{B8B15B3C-0032-46FF-B4EA-F1BC0AA0734B}" type="presParOf" srcId="{0421D698-772D-43E4-9CB3-EE3BE4E76F04}" destId="{2393C6EA-E2DB-4B66-B0B6-7C7F51ADC750}" srcOrd="0" destOrd="0" presId="urn:microsoft.com/office/officeart/2008/layout/LinedList"/>
    <dgm:cxn modelId="{793BF900-30C7-48B7-A90D-689CA1811B92}" type="presParOf" srcId="{0421D698-772D-43E4-9CB3-EE3BE4E76F04}" destId="{E6BF521B-5C80-4E9A-8826-00A3B7B81322}" srcOrd="1" destOrd="0" presId="urn:microsoft.com/office/officeart/2008/layout/LinedList"/>
    <dgm:cxn modelId="{8C958A61-1C5C-4138-8376-28CF9515B68D}" type="presParOf" srcId="{1B5DF3A4-E0AB-40CC-820A-5BC6D33D0ADA}" destId="{F6DC5A5B-7400-412A-9A91-531A9142BB33}" srcOrd="22" destOrd="0" presId="urn:microsoft.com/office/officeart/2008/layout/LinedList"/>
    <dgm:cxn modelId="{D8950C5C-9B73-4AF0-847E-E01F118E19C9}" type="presParOf" srcId="{1B5DF3A4-E0AB-40CC-820A-5BC6D33D0ADA}" destId="{04DCC09E-650E-48D3-96D3-6E4D5C0C75A0}" srcOrd="23" destOrd="0" presId="urn:microsoft.com/office/officeart/2008/layout/LinedList"/>
    <dgm:cxn modelId="{BA4156A0-8122-43F4-8BA1-562B5E98773F}" type="presParOf" srcId="{04DCC09E-650E-48D3-96D3-6E4D5C0C75A0}" destId="{9A7C5F9D-0159-4E30-B24F-E69F934DC4C6}" srcOrd="0" destOrd="0" presId="urn:microsoft.com/office/officeart/2008/layout/LinedList"/>
    <dgm:cxn modelId="{933A670E-73FE-42E1-9BDB-4CBAF3AC11E7}" type="presParOf" srcId="{04DCC09E-650E-48D3-96D3-6E4D5C0C75A0}" destId="{72753167-04A8-4F26-A3F1-A5A824C90485}" srcOrd="1" destOrd="0" presId="urn:microsoft.com/office/officeart/2008/layout/LinedList"/>
    <dgm:cxn modelId="{D9D2D873-04A5-44F1-B94A-AFCC5C778A7F}" type="presParOf" srcId="{1B5DF3A4-E0AB-40CC-820A-5BC6D33D0ADA}" destId="{B50442A8-8C49-4EEA-93DD-4388EA34B53F}" srcOrd="24" destOrd="0" presId="urn:microsoft.com/office/officeart/2008/layout/LinedList"/>
    <dgm:cxn modelId="{7AF91884-E29A-4C75-BA3F-6B26753A97B5}" type="presParOf" srcId="{1B5DF3A4-E0AB-40CC-820A-5BC6D33D0ADA}" destId="{82499C93-C9E9-49D0-B6FB-798206B82CE5}" srcOrd="25" destOrd="0" presId="urn:microsoft.com/office/officeart/2008/layout/LinedList"/>
    <dgm:cxn modelId="{993F2608-2CB6-4E0A-A8E9-EFB83AAD3DF9}" type="presParOf" srcId="{82499C93-C9E9-49D0-B6FB-798206B82CE5}" destId="{A3576A87-A979-4CDC-AA86-9764DD1AEAF3}" srcOrd="0" destOrd="0" presId="urn:microsoft.com/office/officeart/2008/layout/LinedList"/>
    <dgm:cxn modelId="{3DDEF541-3F67-451B-82E8-D50C82FFB856}" type="presParOf" srcId="{82499C93-C9E9-49D0-B6FB-798206B82CE5}" destId="{8F38B507-D2B0-4C41-AE20-07FE31611E9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8023CCD-9DDA-4058-81C4-834D1B820CB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F73757E-2BDC-432E-BE6A-C013BA868125}">
      <dgm:prSet phldr="0"/>
      <dgm:spPr/>
      <dgm:t>
        <a:bodyPr/>
        <a:lstStyle/>
        <a:p>
          <a:pPr rtl="0"/>
          <a:r>
            <a:rPr lang="en-US" dirty="0">
              <a:latin typeface="Ericsson Hilda Light"/>
            </a:rPr>
            <a:t>Lower precision only for Random Forest with 6-features results (there are more false positives)</a:t>
          </a:r>
          <a:endParaRPr lang="en-US" dirty="0"/>
        </a:p>
      </dgm:t>
    </dgm:pt>
    <dgm:pt modelId="{89EC8CAC-1EB8-4E5F-803B-3601EEDCD17B}" type="parTrans" cxnId="{F3FB3C71-1256-431B-B492-E60B6EC66804}">
      <dgm:prSet/>
      <dgm:spPr/>
      <dgm:t>
        <a:bodyPr/>
        <a:lstStyle/>
        <a:p>
          <a:endParaRPr lang="en-US"/>
        </a:p>
      </dgm:t>
    </dgm:pt>
    <dgm:pt modelId="{89F9723C-F688-4262-8570-378C5F79BF10}" type="sibTrans" cxnId="{F3FB3C71-1256-431B-B492-E60B6EC66804}">
      <dgm:prSet/>
      <dgm:spPr/>
      <dgm:t>
        <a:bodyPr/>
        <a:lstStyle/>
        <a:p>
          <a:endParaRPr lang="en-US"/>
        </a:p>
      </dgm:t>
    </dgm:pt>
    <dgm:pt modelId="{36780DBB-8695-49D5-99D8-2E429DCBDEA7}">
      <dgm:prSet phldr="0"/>
      <dgm:spPr/>
      <dgm:t>
        <a:bodyPr/>
        <a:lstStyle/>
        <a:p>
          <a:pPr rtl="0"/>
          <a:r>
            <a:rPr lang="en-US" dirty="0">
              <a:latin typeface="Ericsson Hilda Light"/>
            </a:rPr>
            <a:t>Need to investigate further if data balancing will have an impact on the performance of machine learning models</a:t>
          </a:r>
        </a:p>
      </dgm:t>
    </dgm:pt>
    <dgm:pt modelId="{B6FB0EEF-6C03-44FA-948A-ED587BF43B63}" type="parTrans" cxnId="{F0E03926-EEB2-47F6-AAF0-ABBCFA28152B}">
      <dgm:prSet/>
      <dgm:spPr/>
      <dgm:t>
        <a:bodyPr/>
        <a:lstStyle/>
        <a:p>
          <a:endParaRPr lang="en-US"/>
        </a:p>
      </dgm:t>
    </dgm:pt>
    <dgm:pt modelId="{F0EB1708-1D10-42AC-ACB3-89E8AA13412A}" type="sibTrans" cxnId="{F0E03926-EEB2-47F6-AAF0-ABBCFA28152B}">
      <dgm:prSet/>
      <dgm:spPr/>
      <dgm:t>
        <a:bodyPr/>
        <a:lstStyle/>
        <a:p>
          <a:endParaRPr lang="en-US"/>
        </a:p>
      </dgm:t>
    </dgm:pt>
    <dgm:pt modelId="{57E84D16-7838-4317-A692-4A58B57F65D5}">
      <dgm:prSet phldr="0"/>
      <dgm:spPr/>
      <dgm:t>
        <a:bodyPr/>
        <a:lstStyle/>
        <a:p>
          <a:pPr rtl="0"/>
          <a:r>
            <a:rPr lang="en-US" dirty="0">
              <a:latin typeface="Ericsson Hilda Light"/>
            </a:rPr>
            <a:t> High accuracy and recall for all feature sets (3,4,6)</a:t>
          </a:r>
        </a:p>
      </dgm:t>
    </dgm:pt>
    <dgm:pt modelId="{E570F515-A2D3-4B61-B1BF-3B6153E1A666}" type="parTrans" cxnId="{24FFA9F6-79B0-4049-BC74-1E03B9A6A636}">
      <dgm:prSet/>
      <dgm:spPr/>
    </dgm:pt>
    <dgm:pt modelId="{2B830F94-D934-4638-91FD-AD0D31CFDB51}" type="sibTrans" cxnId="{24FFA9F6-79B0-4049-BC74-1E03B9A6A636}">
      <dgm:prSet/>
      <dgm:spPr/>
    </dgm:pt>
    <dgm:pt modelId="{C426387B-B813-4C98-8765-25580D23958E}">
      <dgm:prSet phldr="0"/>
      <dgm:spPr/>
      <dgm:t>
        <a:bodyPr/>
        <a:lstStyle/>
        <a:p>
          <a:pPr rtl="0"/>
          <a:r>
            <a:rPr lang="en-US" dirty="0">
              <a:latin typeface="Ericsson Hilda Light"/>
            </a:rPr>
            <a:t>Accurate models' performance likely due to the handover event occurrence being directly related to number of cells fulfilling L3 event</a:t>
          </a:r>
        </a:p>
      </dgm:t>
    </dgm:pt>
    <dgm:pt modelId="{1C997F86-E0E7-4734-A796-6CDC8FA212C6}" type="parTrans" cxnId="{E00637EA-E3A6-40D3-BA6C-B95BDA888E41}">
      <dgm:prSet/>
      <dgm:spPr/>
    </dgm:pt>
    <dgm:pt modelId="{0611FE13-806D-4C1B-95AD-80B3AF8B8288}" type="sibTrans" cxnId="{E00637EA-E3A6-40D3-BA6C-B95BDA888E41}">
      <dgm:prSet/>
      <dgm:spPr/>
    </dgm:pt>
    <dgm:pt modelId="{C0FE1656-9437-4124-A506-7FA38E770412}" type="pres">
      <dgm:prSet presAssocID="{A8023CCD-9DDA-4058-81C4-834D1B820CB7}" presName="vert0" presStyleCnt="0">
        <dgm:presLayoutVars>
          <dgm:dir/>
          <dgm:animOne val="branch"/>
          <dgm:animLvl val="lvl"/>
        </dgm:presLayoutVars>
      </dgm:prSet>
      <dgm:spPr/>
    </dgm:pt>
    <dgm:pt modelId="{8DE455DB-9D75-4FCE-90DA-536645622E24}" type="pres">
      <dgm:prSet presAssocID="{57E84D16-7838-4317-A692-4A58B57F65D5}" presName="thickLine" presStyleLbl="alignNode1" presStyleIdx="0" presStyleCnt="4"/>
      <dgm:spPr/>
    </dgm:pt>
    <dgm:pt modelId="{E5E2C882-C8CF-42F3-A1CF-E3D7304A0FB7}" type="pres">
      <dgm:prSet presAssocID="{57E84D16-7838-4317-A692-4A58B57F65D5}" presName="horz1" presStyleCnt="0"/>
      <dgm:spPr/>
    </dgm:pt>
    <dgm:pt modelId="{A23373E1-3974-431F-BEC9-A30F9B1DCA7C}" type="pres">
      <dgm:prSet presAssocID="{57E84D16-7838-4317-A692-4A58B57F65D5}" presName="tx1" presStyleLbl="revTx" presStyleIdx="0" presStyleCnt="4"/>
      <dgm:spPr/>
    </dgm:pt>
    <dgm:pt modelId="{CBA43000-2392-42D1-873D-1343903E011F}" type="pres">
      <dgm:prSet presAssocID="{57E84D16-7838-4317-A692-4A58B57F65D5}" presName="vert1" presStyleCnt="0"/>
      <dgm:spPr/>
    </dgm:pt>
    <dgm:pt modelId="{75805479-FCC6-4CD0-A833-042ADC4B9C37}" type="pres">
      <dgm:prSet presAssocID="{C426387B-B813-4C98-8765-25580D23958E}" presName="thickLine" presStyleLbl="alignNode1" presStyleIdx="1" presStyleCnt="4"/>
      <dgm:spPr/>
    </dgm:pt>
    <dgm:pt modelId="{9A74B6F9-29FC-456C-9194-85E0B066D1FB}" type="pres">
      <dgm:prSet presAssocID="{C426387B-B813-4C98-8765-25580D23958E}" presName="horz1" presStyleCnt="0"/>
      <dgm:spPr/>
    </dgm:pt>
    <dgm:pt modelId="{A3BE5FF9-10EB-41E0-99E2-76B633D69709}" type="pres">
      <dgm:prSet presAssocID="{C426387B-B813-4C98-8765-25580D23958E}" presName="tx1" presStyleLbl="revTx" presStyleIdx="1" presStyleCnt="4"/>
      <dgm:spPr/>
    </dgm:pt>
    <dgm:pt modelId="{302BAD90-DFFA-45C0-A5EE-B27145797BFE}" type="pres">
      <dgm:prSet presAssocID="{C426387B-B813-4C98-8765-25580D23958E}" presName="vert1" presStyleCnt="0"/>
      <dgm:spPr/>
    </dgm:pt>
    <dgm:pt modelId="{1E64BC1B-0696-4D75-8036-74FBB83BDDA8}" type="pres">
      <dgm:prSet presAssocID="{3F73757E-2BDC-432E-BE6A-C013BA868125}" presName="thickLine" presStyleLbl="alignNode1" presStyleIdx="2" presStyleCnt="4"/>
      <dgm:spPr/>
    </dgm:pt>
    <dgm:pt modelId="{E369DB39-FA66-442C-9863-1244FEE73177}" type="pres">
      <dgm:prSet presAssocID="{3F73757E-2BDC-432E-BE6A-C013BA868125}" presName="horz1" presStyleCnt="0"/>
      <dgm:spPr/>
    </dgm:pt>
    <dgm:pt modelId="{22B85EE6-1564-472D-A725-79EB38D403BF}" type="pres">
      <dgm:prSet presAssocID="{3F73757E-2BDC-432E-BE6A-C013BA868125}" presName="tx1" presStyleLbl="revTx" presStyleIdx="2" presStyleCnt="4"/>
      <dgm:spPr/>
    </dgm:pt>
    <dgm:pt modelId="{A695D838-B842-4B10-8D62-FD80067BB653}" type="pres">
      <dgm:prSet presAssocID="{3F73757E-2BDC-432E-BE6A-C013BA868125}" presName="vert1" presStyleCnt="0"/>
      <dgm:spPr/>
    </dgm:pt>
    <dgm:pt modelId="{44AD8051-9ADA-4252-A3F0-F92B8DC1C2CC}" type="pres">
      <dgm:prSet presAssocID="{36780DBB-8695-49D5-99D8-2E429DCBDEA7}" presName="thickLine" presStyleLbl="alignNode1" presStyleIdx="3" presStyleCnt="4"/>
      <dgm:spPr/>
    </dgm:pt>
    <dgm:pt modelId="{71BEB3AE-9C55-4EB2-8BCF-361243A18535}" type="pres">
      <dgm:prSet presAssocID="{36780DBB-8695-49D5-99D8-2E429DCBDEA7}" presName="horz1" presStyleCnt="0"/>
      <dgm:spPr/>
    </dgm:pt>
    <dgm:pt modelId="{2C9DE144-EFD0-404B-A4A4-9EB25627A6D1}" type="pres">
      <dgm:prSet presAssocID="{36780DBB-8695-49D5-99D8-2E429DCBDEA7}" presName="tx1" presStyleLbl="revTx" presStyleIdx="3" presStyleCnt="4"/>
      <dgm:spPr/>
    </dgm:pt>
    <dgm:pt modelId="{EDF651A4-615C-43C4-99CC-E0B57951E282}" type="pres">
      <dgm:prSet presAssocID="{36780DBB-8695-49D5-99D8-2E429DCBDEA7}" presName="vert1" presStyleCnt="0"/>
      <dgm:spPr/>
    </dgm:pt>
  </dgm:ptLst>
  <dgm:cxnLst>
    <dgm:cxn modelId="{5D7C9F01-708E-486F-BBCD-F7A38503645E}" type="presOf" srcId="{3F73757E-2BDC-432E-BE6A-C013BA868125}" destId="{22B85EE6-1564-472D-A725-79EB38D403BF}" srcOrd="0" destOrd="0" presId="urn:microsoft.com/office/officeart/2008/layout/LinedList"/>
    <dgm:cxn modelId="{E65A5A22-8470-4E78-8F85-CA9F81C4283A}" type="presOf" srcId="{36780DBB-8695-49D5-99D8-2E429DCBDEA7}" destId="{2C9DE144-EFD0-404B-A4A4-9EB25627A6D1}" srcOrd="0" destOrd="0" presId="urn:microsoft.com/office/officeart/2008/layout/LinedList"/>
    <dgm:cxn modelId="{F0E03926-EEB2-47F6-AAF0-ABBCFA28152B}" srcId="{A8023CCD-9DDA-4058-81C4-834D1B820CB7}" destId="{36780DBB-8695-49D5-99D8-2E429DCBDEA7}" srcOrd="3" destOrd="0" parTransId="{B6FB0EEF-6C03-44FA-948A-ED587BF43B63}" sibTransId="{F0EB1708-1D10-42AC-ACB3-89E8AA13412A}"/>
    <dgm:cxn modelId="{84795F3B-1F45-45D4-8B5D-5A42288664C7}" type="presOf" srcId="{C426387B-B813-4C98-8765-25580D23958E}" destId="{A3BE5FF9-10EB-41E0-99E2-76B633D69709}" srcOrd="0" destOrd="0" presId="urn:microsoft.com/office/officeart/2008/layout/LinedList"/>
    <dgm:cxn modelId="{CB585D62-7905-4AFA-900D-AE30EA9921EB}" type="presOf" srcId="{57E84D16-7838-4317-A692-4A58B57F65D5}" destId="{A23373E1-3974-431F-BEC9-A30F9B1DCA7C}" srcOrd="0" destOrd="0" presId="urn:microsoft.com/office/officeart/2008/layout/LinedList"/>
    <dgm:cxn modelId="{F3FB3C71-1256-431B-B492-E60B6EC66804}" srcId="{A8023CCD-9DDA-4058-81C4-834D1B820CB7}" destId="{3F73757E-2BDC-432E-BE6A-C013BA868125}" srcOrd="2" destOrd="0" parTransId="{89EC8CAC-1EB8-4E5F-803B-3601EEDCD17B}" sibTransId="{89F9723C-F688-4262-8570-378C5F79BF10}"/>
    <dgm:cxn modelId="{F1857E83-22BA-4414-BCD5-A946A4808963}" type="presOf" srcId="{A8023CCD-9DDA-4058-81C4-834D1B820CB7}" destId="{C0FE1656-9437-4124-A506-7FA38E770412}" srcOrd="0" destOrd="0" presId="urn:microsoft.com/office/officeart/2008/layout/LinedList"/>
    <dgm:cxn modelId="{E00637EA-E3A6-40D3-BA6C-B95BDA888E41}" srcId="{A8023CCD-9DDA-4058-81C4-834D1B820CB7}" destId="{C426387B-B813-4C98-8765-25580D23958E}" srcOrd="1" destOrd="0" parTransId="{1C997F86-E0E7-4734-A796-6CDC8FA212C6}" sibTransId="{0611FE13-806D-4C1B-95AD-80B3AF8B8288}"/>
    <dgm:cxn modelId="{24FFA9F6-79B0-4049-BC74-1E03B9A6A636}" srcId="{A8023CCD-9DDA-4058-81C4-834D1B820CB7}" destId="{57E84D16-7838-4317-A692-4A58B57F65D5}" srcOrd="0" destOrd="0" parTransId="{E570F515-A2D3-4B61-B1BF-3B6153E1A666}" sibTransId="{2B830F94-D934-4638-91FD-AD0D31CFDB51}"/>
    <dgm:cxn modelId="{DB0A0676-EC5D-4C49-BECC-7C7AB62A2A42}" type="presParOf" srcId="{C0FE1656-9437-4124-A506-7FA38E770412}" destId="{8DE455DB-9D75-4FCE-90DA-536645622E24}" srcOrd="0" destOrd="0" presId="urn:microsoft.com/office/officeart/2008/layout/LinedList"/>
    <dgm:cxn modelId="{2A09DD6E-06C5-4494-8C18-66438B78EB78}" type="presParOf" srcId="{C0FE1656-9437-4124-A506-7FA38E770412}" destId="{E5E2C882-C8CF-42F3-A1CF-E3D7304A0FB7}" srcOrd="1" destOrd="0" presId="urn:microsoft.com/office/officeart/2008/layout/LinedList"/>
    <dgm:cxn modelId="{206B214B-90FD-4BEB-8D91-3B0B10167066}" type="presParOf" srcId="{E5E2C882-C8CF-42F3-A1CF-E3D7304A0FB7}" destId="{A23373E1-3974-431F-BEC9-A30F9B1DCA7C}" srcOrd="0" destOrd="0" presId="urn:microsoft.com/office/officeart/2008/layout/LinedList"/>
    <dgm:cxn modelId="{728D7C60-319B-4C26-A807-CE41E3B1986B}" type="presParOf" srcId="{E5E2C882-C8CF-42F3-A1CF-E3D7304A0FB7}" destId="{CBA43000-2392-42D1-873D-1343903E011F}" srcOrd="1" destOrd="0" presId="urn:microsoft.com/office/officeart/2008/layout/LinedList"/>
    <dgm:cxn modelId="{8490F79B-94E0-4263-8759-C74A3FA6269E}" type="presParOf" srcId="{C0FE1656-9437-4124-A506-7FA38E770412}" destId="{75805479-FCC6-4CD0-A833-042ADC4B9C37}" srcOrd="2" destOrd="0" presId="urn:microsoft.com/office/officeart/2008/layout/LinedList"/>
    <dgm:cxn modelId="{37CFC899-972F-458C-A637-7B103D6D4491}" type="presParOf" srcId="{C0FE1656-9437-4124-A506-7FA38E770412}" destId="{9A74B6F9-29FC-456C-9194-85E0B066D1FB}" srcOrd="3" destOrd="0" presId="urn:microsoft.com/office/officeart/2008/layout/LinedList"/>
    <dgm:cxn modelId="{EEF351FE-F5DF-4917-B717-33B9401FC837}" type="presParOf" srcId="{9A74B6F9-29FC-456C-9194-85E0B066D1FB}" destId="{A3BE5FF9-10EB-41E0-99E2-76B633D69709}" srcOrd="0" destOrd="0" presId="urn:microsoft.com/office/officeart/2008/layout/LinedList"/>
    <dgm:cxn modelId="{52599F7A-85D0-42DE-8A1C-5429354FFB8C}" type="presParOf" srcId="{9A74B6F9-29FC-456C-9194-85E0B066D1FB}" destId="{302BAD90-DFFA-45C0-A5EE-B27145797BFE}" srcOrd="1" destOrd="0" presId="urn:microsoft.com/office/officeart/2008/layout/LinedList"/>
    <dgm:cxn modelId="{CE6D83A9-C5BF-4CD7-A428-9DFACFD86029}" type="presParOf" srcId="{C0FE1656-9437-4124-A506-7FA38E770412}" destId="{1E64BC1B-0696-4D75-8036-74FBB83BDDA8}" srcOrd="4" destOrd="0" presId="urn:microsoft.com/office/officeart/2008/layout/LinedList"/>
    <dgm:cxn modelId="{6529414B-C4BC-4007-B770-786E22CB53E0}" type="presParOf" srcId="{C0FE1656-9437-4124-A506-7FA38E770412}" destId="{E369DB39-FA66-442C-9863-1244FEE73177}" srcOrd="5" destOrd="0" presId="urn:microsoft.com/office/officeart/2008/layout/LinedList"/>
    <dgm:cxn modelId="{6AC5E8E0-6388-45FC-9B17-939FBF041077}" type="presParOf" srcId="{E369DB39-FA66-442C-9863-1244FEE73177}" destId="{22B85EE6-1564-472D-A725-79EB38D403BF}" srcOrd="0" destOrd="0" presId="urn:microsoft.com/office/officeart/2008/layout/LinedList"/>
    <dgm:cxn modelId="{1FEA72C3-4837-463E-9ABC-07B41596FD92}" type="presParOf" srcId="{E369DB39-FA66-442C-9863-1244FEE73177}" destId="{A695D838-B842-4B10-8D62-FD80067BB653}" srcOrd="1" destOrd="0" presId="urn:microsoft.com/office/officeart/2008/layout/LinedList"/>
    <dgm:cxn modelId="{299C25EE-A7DF-427A-8637-89FDC1B7DB0A}" type="presParOf" srcId="{C0FE1656-9437-4124-A506-7FA38E770412}" destId="{44AD8051-9ADA-4252-A3F0-F92B8DC1C2CC}" srcOrd="6" destOrd="0" presId="urn:microsoft.com/office/officeart/2008/layout/LinedList"/>
    <dgm:cxn modelId="{0CA1F8F7-EACA-4A43-87D5-22DF1341EC83}" type="presParOf" srcId="{C0FE1656-9437-4124-A506-7FA38E770412}" destId="{71BEB3AE-9C55-4EB2-8BCF-361243A18535}" srcOrd="7" destOrd="0" presId="urn:microsoft.com/office/officeart/2008/layout/LinedList"/>
    <dgm:cxn modelId="{08BF2021-E28A-47A3-8DB9-9314FBA5CC9A}" type="presParOf" srcId="{71BEB3AE-9C55-4EB2-8BCF-361243A18535}" destId="{2C9DE144-EFD0-404B-A4A4-9EB25627A6D1}" srcOrd="0" destOrd="0" presId="urn:microsoft.com/office/officeart/2008/layout/LinedList"/>
    <dgm:cxn modelId="{9D9E6A30-A043-4DCE-A2E6-818DA6335B8C}" type="presParOf" srcId="{71BEB3AE-9C55-4EB2-8BCF-361243A18535}" destId="{EDF651A4-615C-43C4-99CC-E0B57951E28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C21999-FDF7-4C08-A368-76C96BB8C393}">
      <dsp:nvSpPr>
        <dsp:cNvPr id="0" name=""/>
        <dsp:cNvSpPr/>
      </dsp:nvSpPr>
      <dsp:spPr>
        <a:xfrm rot="5400000">
          <a:off x="7215581" y="-3063708"/>
          <a:ext cx="845921" cy="718921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Ericsson Hilda Light"/>
            </a:rPr>
            <a:t>Extract desired features from </a:t>
          </a:r>
          <a:r>
            <a:rPr lang="en-US" sz="2400" kern="1200" dirty="0" err="1">
              <a:latin typeface="Ericsson Hilda Light"/>
            </a:rPr>
            <a:t>db</a:t>
          </a:r>
          <a:r>
            <a:rPr lang="en-US" sz="2400" kern="1200" dirty="0">
              <a:latin typeface="Ericsson Hilda Light"/>
            </a:rPr>
            <a:t> file</a:t>
          </a:r>
          <a:endParaRPr lang="en-US" sz="2400" kern="1200" dirty="0"/>
        </a:p>
      </dsp:txBody>
      <dsp:txXfrm rot="-5400000">
        <a:off x="4043934" y="149233"/>
        <a:ext cx="7147922" cy="763333"/>
      </dsp:txXfrm>
    </dsp:sp>
    <dsp:sp modelId="{70418E40-4035-4FE3-9095-969900E98F2A}">
      <dsp:nvSpPr>
        <dsp:cNvPr id="0" name=""/>
        <dsp:cNvSpPr/>
      </dsp:nvSpPr>
      <dsp:spPr>
        <a:xfrm>
          <a:off x="0" y="2198"/>
          <a:ext cx="4043934" cy="10574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6210" tIns="78105" rIns="156210" bIns="7810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Preprocess </a:t>
          </a:r>
          <a:r>
            <a:rPr lang="en-US" sz="4100" kern="1200" dirty="0">
              <a:latin typeface="Ericsson Hilda Light"/>
            </a:rPr>
            <a:t>data</a:t>
          </a:r>
          <a:endParaRPr lang="en-US" sz="4100" kern="1200" dirty="0"/>
        </a:p>
      </dsp:txBody>
      <dsp:txXfrm>
        <a:off x="51618" y="53816"/>
        <a:ext cx="3940698" cy="954165"/>
      </dsp:txXfrm>
    </dsp:sp>
    <dsp:sp modelId="{E217BB6E-B606-4D34-A341-B143D249A4ED}">
      <dsp:nvSpPr>
        <dsp:cNvPr id="0" name=""/>
        <dsp:cNvSpPr/>
      </dsp:nvSpPr>
      <dsp:spPr>
        <a:xfrm rot="5400000">
          <a:off x="7215581" y="-1953437"/>
          <a:ext cx="845921" cy="718921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Generate handover labels using event matching</a:t>
          </a:r>
        </a:p>
      </dsp:txBody>
      <dsp:txXfrm rot="-5400000">
        <a:off x="4043934" y="1259504"/>
        <a:ext cx="7147922" cy="763333"/>
      </dsp:txXfrm>
    </dsp:sp>
    <dsp:sp modelId="{4BACE546-460F-40F1-99B4-AD06DA8E222A}">
      <dsp:nvSpPr>
        <dsp:cNvPr id="0" name=""/>
        <dsp:cNvSpPr/>
      </dsp:nvSpPr>
      <dsp:spPr>
        <a:xfrm>
          <a:off x="0" y="1112469"/>
          <a:ext cx="4043934" cy="10574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6210" tIns="78105" rIns="156210" bIns="7810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Generate</a:t>
          </a:r>
        </a:p>
      </dsp:txBody>
      <dsp:txXfrm>
        <a:off x="51618" y="1164087"/>
        <a:ext cx="3940698" cy="954165"/>
      </dsp:txXfrm>
    </dsp:sp>
    <dsp:sp modelId="{B8C38DAA-250A-4228-8260-6E884231F32E}">
      <dsp:nvSpPr>
        <dsp:cNvPr id="0" name=""/>
        <dsp:cNvSpPr/>
      </dsp:nvSpPr>
      <dsp:spPr>
        <a:xfrm rot="5400000">
          <a:off x="7215581" y="-843165"/>
          <a:ext cx="845921" cy="718921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Train random forest and </a:t>
          </a:r>
          <a:r>
            <a:rPr lang="en-US" sz="2400" kern="1200" dirty="0" err="1"/>
            <a:t>XGboost</a:t>
          </a:r>
          <a:r>
            <a:rPr lang="en-US" sz="2400" kern="1200" dirty="0"/>
            <a:t> classifiers on</a:t>
          </a:r>
          <a:r>
            <a:rPr lang="en-US" sz="2400" kern="1200" dirty="0">
              <a:latin typeface="Ericsson Hilda Light"/>
            </a:rPr>
            <a:t> the</a:t>
          </a:r>
          <a:r>
            <a:rPr lang="en-US" sz="2400" kern="1200" dirty="0"/>
            <a:t> data</a:t>
          </a:r>
        </a:p>
      </dsp:txBody>
      <dsp:txXfrm rot="-5400000">
        <a:off x="4043934" y="2369776"/>
        <a:ext cx="7147922" cy="763333"/>
      </dsp:txXfrm>
    </dsp:sp>
    <dsp:sp modelId="{1F73747D-D764-4A3E-B353-E810BED2F8FB}">
      <dsp:nvSpPr>
        <dsp:cNvPr id="0" name=""/>
        <dsp:cNvSpPr/>
      </dsp:nvSpPr>
      <dsp:spPr>
        <a:xfrm>
          <a:off x="0" y="2222741"/>
          <a:ext cx="4043934" cy="10574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6210" tIns="78105" rIns="156210" bIns="7810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Train</a:t>
          </a:r>
        </a:p>
      </dsp:txBody>
      <dsp:txXfrm>
        <a:off x="51618" y="2274359"/>
        <a:ext cx="3940698" cy="954165"/>
      </dsp:txXfrm>
    </dsp:sp>
    <dsp:sp modelId="{B3C127CF-016C-4D97-AAD7-251951333F1A}">
      <dsp:nvSpPr>
        <dsp:cNvPr id="0" name=""/>
        <dsp:cNvSpPr/>
      </dsp:nvSpPr>
      <dsp:spPr>
        <a:xfrm rot="5400000">
          <a:off x="7215581" y="267105"/>
          <a:ext cx="845921" cy="718921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Evaluate and compare the performance of the classifiers using classification metrics</a:t>
          </a:r>
        </a:p>
      </dsp:txBody>
      <dsp:txXfrm rot="-5400000">
        <a:off x="4043934" y="3480046"/>
        <a:ext cx="7147922" cy="763333"/>
      </dsp:txXfrm>
    </dsp:sp>
    <dsp:sp modelId="{9C00A539-BC9D-4E91-A5E5-F0390748A573}">
      <dsp:nvSpPr>
        <dsp:cNvPr id="0" name=""/>
        <dsp:cNvSpPr/>
      </dsp:nvSpPr>
      <dsp:spPr>
        <a:xfrm>
          <a:off x="0" y="3333013"/>
          <a:ext cx="4043934" cy="10574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6210" tIns="78105" rIns="156210" bIns="7810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Evaluate</a:t>
          </a:r>
        </a:p>
      </dsp:txBody>
      <dsp:txXfrm>
        <a:off x="51618" y="3384631"/>
        <a:ext cx="3940698" cy="9541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100928-E642-457F-B074-13668B939E9F}">
      <dsp:nvSpPr>
        <dsp:cNvPr id="0" name=""/>
        <dsp:cNvSpPr/>
      </dsp:nvSpPr>
      <dsp:spPr>
        <a:xfrm>
          <a:off x="0" y="375"/>
          <a:ext cx="11233150" cy="5166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1BD807-E325-4C7B-9EBD-B16381A50E7C}">
      <dsp:nvSpPr>
        <dsp:cNvPr id="0" name=""/>
        <dsp:cNvSpPr/>
      </dsp:nvSpPr>
      <dsp:spPr>
        <a:xfrm>
          <a:off x="156298" y="116630"/>
          <a:ext cx="284179" cy="28417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53A53F-E4AB-4E12-9D89-6D185A98282E}">
      <dsp:nvSpPr>
        <dsp:cNvPr id="0" name=""/>
        <dsp:cNvSpPr/>
      </dsp:nvSpPr>
      <dsp:spPr>
        <a:xfrm>
          <a:off x="596776" y="375"/>
          <a:ext cx="10636373" cy="516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683" tIns="54683" rIns="54683" bIns="5468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db Files Processed: 30 seeds and 4 cases (Single UE Pedestrian, Single UE Vehicle, 10 UEs Pedestrian, 10 UEs Vehicle)</a:t>
          </a:r>
          <a:endParaRPr lang="en-US" sz="1600" kern="1200"/>
        </a:p>
      </dsp:txBody>
      <dsp:txXfrm>
        <a:off x="596776" y="375"/>
        <a:ext cx="10636373" cy="516689"/>
      </dsp:txXfrm>
    </dsp:sp>
    <dsp:sp modelId="{3EA9DB70-63DF-43D8-8EF1-FF995835F75D}">
      <dsp:nvSpPr>
        <dsp:cNvPr id="0" name=""/>
        <dsp:cNvSpPr/>
      </dsp:nvSpPr>
      <dsp:spPr>
        <a:xfrm>
          <a:off x="0" y="646237"/>
          <a:ext cx="11233150" cy="5166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AC3913-2343-4A8A-97F9-901AF8CEE7AC}">
      <dsp:nvSpPr>
        <dsp:cNvPr id="0" name=""/>
        <dsp:cNvSpPr/>
      </dsp:nvSpPr>
      <dsp:spPr>
        <a:xfrm>
          <a:off x="156298" y="762492"/>
          <a:ext cx="284179" cy="28417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31872E-0822-40D3-920F-4572BF26E213}">
      <dsp:nvSpPr>
        <dsp:cNvPr id="0" name=""/>
        <dsp:cNvSpPr/>
      </dsp:nvSpPr>
      <dsp:spPr>
        <a:xfrm>
          <a:off x="596776" y="646237"/>
          <a:ext cx="10636373" cy="516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683" tIns="54683" rIns="54683" bIns="5468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Features: </a:t>
          </a:r>
          <a:endParaRPr lang="en-US" sz="1600" kern="1200"/>
        </a:p>
      </dsp:txBody>
      <dsp:txXfrm>
        <a:off x="596776" y="646237"/>
        <a:ext cx="10636373" cy="516689"/>
      </dsp:txXfrm>
    </dsp:sp>
    <dsp:sp modelId="{F7B8CFC4-77A9-42A3-AF50-FA75080DD114}">
      <dsp:nvSpPr>
        <dsp:cNvPr id="0" name=""/>
        <dsp:cNvSpPr/>
      </dsp:nvSpPr>
      <dsp:spPr>
        <a:xfrm>
          <a:off x="0" y="1292099"/>
          <a:ext cx="11233150" cy="5166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FBD382-0064-4AE8-B615-98E9241D91B1}">
      <dsp:nvSpPr>
        <dsp:cNvPr id="0" name=""/>
        <dsp:cNvSpPr/>
      </dsp:nvSpPr>
      <dsp:spPr>
        <a:xfrm>
          <a:off x="156298" y="1408354"/>
          <a:ext cx="284179" cy="28417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3E7717-2E55-46B2-99F8-2FCD864920C5}">
      <dsp:nvSpPr>
        <dsp:cNvPr id="0" name=""/>
        <dsp:cNvSpPr/>
      </dsp:nvSpPr>
      <dsp:spPr>
        <a:xfrm>
          <a:off x="596776" y="1292099"/>
          <a:ext cx="10636373" cy="516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683" tIns="54683" rIns="54683" bIns="5468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3 features</a:t>
          </a:r>
          <a:r>
            <a:rPr lang="en-US" sz="1600" b="0" i="0" kern="1200" baseline="0"/>
            <a:t>: {</a:t>
          </a:r>
          <a:r>
            <a:rPr lang="en-US" sz="1600" b="0" kern="1200" err="1"/>
            <a:t>servingCellRSRP</a:t>
          </a:r>
          <a:r>
            <a:rPr lang="en-US" sz="1600" b="0" kern="1200"/>
            <a:t>, </a:t>
          </a:r>
          <a:r>
            <a:rPr lang="en-US" sz="1600" b="0" kern="1200" err="1"/>
            <a:t>bestCellRSRP</a:t>
          </a:r>
          <a:r>
            <a:rPr lang="en-US" sz="1600" b="0" kern="1200"/>
            <a:t>, </a:t>
          </a:r>
          <a:r>
            <a:rPr lang="en-US" sz="1600" b="0" kern="1200" err="1"/>
            <a:t>num_cells_fulfilled</a:t>
          </a:r>
          <a:r>
            <a:rPr lang="en-US" sz="1600" b="0" kern="1200"/>
            <a:t>}</a:t>
          </a:r>
          <a:endParaRPr lang="en-US" sz="1600" kern="1200"/>
        </a:p>
      </dsp:txBody>
      <dsp:txXfrm>
        <a:off x="596776" y="1292099"/>
        <a:ext cx="10636373" cy="516689"/>
      </dsp:txXfrm>
    </dsp:sp>
    <dsp:sp modelId="{A113C346-D6E5-4963-AC43-89554BD52FA0}">
      <dsp:nvSpPr>
        <dsp:cNvPr id="0" name=""/>
        <dsp:cNvSpPr/>
      </dsp:nvSpPr>
      <dsp:spPr>
        <a:xfrm>
          <a:off x="0" y="1937961"/>
          <a:ext cx="11233150" cy="5166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807F53-94B4-465C-AF55-293C726194A0}">
      <dsp:nvSpPr>
        <dsp:cNvPr id="0" name=""/>
        <dsp:cNvSpPr/>
      </dsp:nvSpPr>
      <dsp:spPr>
        <a:xfrm>
          <a:off x="156298" y="2054216"/>
          <a:ext cx="284179" cy="28417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642C77-35C1-4BA1-B388-B6D8F43E6802}">
      <dsp:nvSpPr>
        <dsp:cNvPr id="0" name=""/>
        <dsp:cNvSpPr/>
      </dsp:nvSpPr>
      <dsp:spPr>
        <a:xfrm>
          <a:off x="596776" y="1937961"/>
          <a:ext cx="10636373" cy="516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683" tIns="54683" rIns="54683" bIns="5468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4 features</a:t>
          </a:r>
          <a:r>
            <a:rPr lang="en-US" sz="1600" b="0" i="0" kern="1200" baseline="0"/>
            <a:t>: {</a:t>
          </a:r>
          <a:r>
            <a:rPr lang="en-US" sz="1600" b="0" kern="1200" err="1"/>
            <a:t>servingCellId</a:t>
          </a:r>
          <a:r>
            <a:rPr lang="en-US" sz="1600" b="0" kern="1200"/>
            <a:t>, </a:t>
          </a:r>
          <a:r>
            <a:rPr lang="en-US" sz="1600" b="0" kern="1200" err="1"/>
            <a:t>bestCellId</a:t>
          </a:r>
          <a:r>
            <a:rPr lang="en-US" sz="1600" b="0" kern="1200"/>
            <a:t>, </a:t>
          </a:r>
          <a:r>
            <a:rPr lang="en-US" sz="1600" b="0" kern="1200" err="1"/>
            <a:t>rsrp_diff</a:t>
          </a:r>
          <a:r>
            <a:rPr lang="en-US" sz="1600" b="0" kern="1200"/>
            <a:t>, </a:t>
          </a:r>
          <a:r>
            <a:rPr lang="en-US" sz="1600" b="0" kern="1200" err="1"/>
            <a:t>num_cells_fulfilled</a:t>
          </a:r>
          <a:r>
            <a:rPr lang="en-US" sz="1600" b="0" kern="1200"/>
            <a:t>}</a:t>
          </a:r>
          <a:endParaRPr lang="en-US" sz="1600" kern="1200"/>
        </a:p>
      </dsp:txBody>
      <dsp:txXfrm>
        <a:off x="596776" y="1937961"/>
        <a:ext cx="10636373" cy="516689"/>
      </dsp:txXfrm>
    </dsp:sp>
    <dsp:sp modelId="{319D8C1A-2B34-4ADD-956A-FC53C1D93496}">
      <dsp:nvSpPr>
        <dsp:cNvPr id="0" name=""/>
        <dsp:cNvSpPr/>
      </dsp:nvSpPr>
      <dsp:spPr>
        <a:xfrm>
          <a:off x="0" y="2583823"/>
          <a:ext cx="11233150" cy="5166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552AFC-D8AA-482C-A773-05FBA8CADEB6}">
      <dsp:nvSpPr>
        <dsp:cNvPr id="0" name=""/>
        <dsp:cNvSpPr/>
      </dsp:nvSpPr>
      <dsp:spPr>
        <a:xfrm>
          <a:off x="156298" y="2700078"/>
          <a:ext cx="284179" cy="28417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CA977D-368E-4F81-8F71-2AA71E63C5FA}">
      <dsp:nvSpPr>
        <dsp:cNvPr id="0" name=""/>
        <dsp:cNvSpPr/>
      </dsp:nvSpPr>
      <dsp:spPr>
        <a:xfrm>
          <a:off x="596776" y="2583823"/>
          <a:ext cx="10636373" cy="516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683" tIns="54683" rIns="54683" bIns="5468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6 features</a:t>
          </a:r>
          <a:r>
            <a:rPr lang="en-US" sz="1600" b="0" kern="1200"/>
            <a:t>: {servingCellId, bestCellId, servingCellRSRP, bestCellRSRP, rsrp_diff, num_cells_fulfilled}</a:t>
          </a:r>
          <a:endParaRPr lang="en-US" sz="1600" kern="1200"/>
        </a:p>
      </dsp:txBody>
      <dsp:txXfrm>
        <a:off x="596776" y="2583823"/>
        <a:ext cx="10636373" cy="516689"/>
      </dsp:txXfrm>
    </dsp:sp>
    <dsp:sp modelId="{EE27DBB9-7241-4ADE-9BD2-47B4FCCCE036}">
      <dsp:nvSpPr>
        <dsp:cNvPr id="0" name=""/>
        <dsp:cNvSpPr/>
      </dsp:nvSpPr>
      <dsp:spPr>
        <a:xfrm>
          <a:off x="0" y="3229685"/>
          <a:ext cx="11233150" cy="5166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5FCA1C-EBA7-4FDA-8D25-60260F8A0BC5}">
      <dsp:nvSpPr>
        <dsp:cNvPr id="0" name=""/>
        <dsp:cNvSpPr/>
      </dsp:nvSpPr>
      <dsp:spPr>
        <a:xfrm>
          <a:off x="156298" y="3345940"/>
          <a:ext cx="284179" cy="28417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FDCEDB-A89B-4039-A6B2-98487CD7D60A}">
      <dsp:nvSpPr>
        <dsp:cNvPr id="0" name=""/>
        <dsp:cNvSpPr/>
      </dsp:nvSpPr>
      <dsp:spPr>
        <a:xfrm>
          <a:off x="596776" y="3229685"/>
          <a:ext cx="10636373" cy="516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683" tIns="54683" rIns="54683" bIns="5468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Labels: Labeled for handover and non-handover using event matching</a:t>
          </a:r>
          <a:endParaRPr lang="en-US" sz="1600" kern="1200"/>
        </a:p>
      </dsp:txBody>
      <dsp:txXfrm>
        <a:off x="596776" y="3229685"/>
        <a:ext cx="10636373" cy="516689"/>
      </dsp:txXfrm>
    </dsp:sp>
    <dsp:sp modelId="{207B636B-CE99-44A3-8662-F21E437BAC81}">
      <dsp:nvSpPr>
        <dsp:cNvPr id="0" name=""/>
        <dsp:cNvSpPr/>
      </dsp:nvSpPr>
      <dsp:spPr>
        <a:xfrm>
          <a:off x="0" y="3875547"/>
          <a:ext cx="11233150" cy="5166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CF86E7-965A-4222-9327-37437C49647C}">
      <dsp:nvSpPr>
        <dsp:cNvPr id="0" name=""/>
        <dsp:cNvSpPr/>
      </dsp:nvSpPr>
      <dsp:spPr>
        <a:xfrm>
          <a:off x="156298" y="3991802"/>
          <a:ext cx="284179" cy="284179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53292E-EE12-4750-9BFB-7BF2E89FF10F}">
      <dsp:nvSpPr>
        <dsp:cNvPr id="0" name=""/>
        <dsp:cNvSpPr/>
      </dsp:nvSpPr>
      <dsp:spPr>
        <a:xfrm>
          <a:off x="596776" y="3875547"/>
          <a:ext cx="10636373" cy="516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683" tIns="54683" rIns="54683" bIns="5468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Feature Importance: Calculated using permutation importance</a:t>
          </a:r>
          <a:endParaRPr lang="en-US" sz="1600" kern="1200"/>
        </a:p>
      </dsp:txBody>
      <dsp:txXfrm>
        <a:off x="596776" y="3875547"/>
        <a:ext cx="10636373" cy="5166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49FCC1-7ECD-4B8B-A981-29DAA676770A}">
      <dsp:nvSpPr>
        <dsp:cNvPr id="0" name=""/>
        <dsp:cNvSpPr/>
      </dsp:nvSpPr>
      <dsp:spPr>
        <a:xfrm>
          <a:off x="0" y="536"/>
          <a:ext cx="112331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00F81F6-05A2-43F1-932F-171D34E9D93B}">
      <dsp:nvSpPr>
        <dsp:cNvPr id="0" name=""/>
        <dsp:cNvSpPr/>
      </dsp:nvSpPr>
      <dsp:spPr>
        <a:xfrm>
          <a:off x="0" y="536"/>
          <a:ext cx="11233150" cy="439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Features Used:</a:t>
          </a:r>
          <a:endParaRPr lang="en-US" sz="2000" kern="1200"/>
        </a:p>
      </dsp:txBody>
      <dsp:txXfrm>
        <a:off x="0" y="536"/>
        <a:ext cx="11233150" cy="439154"/>
      </dsp:txXfrm>
    </dsp:sp>
    <dsp:sp modelId="{B17C77ED-2BA5-491D-BAB3-DB2FA7DC45FA}">
      <dsp:nvSpPr>
        <dsp:cNvPr id="0" name=""/>
        <dsp:cNvSpPr/>
      </dsp:nvSpPr>
      <dsp:spPr>
        <a:xfrm>
          <a:off x="0" y="439690"/>
          <a:ext cx="112331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207634D-1891-40BF-8A50-C09087A7020F}">
      <dsp:nvSpPr>
        <dsp:cNvPr id="0" name=""/>
        <dsp:cNvSpPr/>
      </dsp:nvSpPr>
      <dsp:spPr>
        <a:xfrm>
          <a:off x="0" y="439690"/>
          <a:ext cx="11233150" cy="439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err="1"/>
            <a:t>servingCellRSRP</a:t>
          </a:r>
          <a:endParaRPr lang="en-US" sz="2000" kern="1200"/>
        </a:p>
      </dsp:txBody>
      <dsp:txXfrm>
        <a:off x="0" y="439690"/>
        <a:ext cx="11233150" cy="439154"/>
      </dsp:txXfrm>
    </dsp:sp>
    <dsp:sp modelId="{58BAD8EB-555F-411D-9EAE-848CA74E1B71}">
      <dsp:nvSpPr>
        <dsp:cNvPr id="0" name=""/>
        <dsp:cNvSpPr/>
      </dsp:nvSpPr>
      <dsp:spPr>
        <a:xfrm>
          <a:off x="0" y="878844"/>
          <a:ext cx="112331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8D831B1-253F-4C1F-B7DA-650CD3C2C1EC}">
      <dsp:nvSpPr>
        <dsp:cNvPr id="0" name=""/>
        <dsp:cNvSpPr/>
      </dsp:nvSpPr>
      <dsp:spPr>
        <a:xfrm>
          <a:off x="0" y="878844"/>
          <a:ext cx="11233150" cy="439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err="1"/>
            <a:t>bestCellRSRP</a:t>
          </a:r>
          <a:endParaRPr lang="en-US" sz="2000" kern="1200"/>
        </a:p>
      </dsp:txBody>
      <dsp:txXfrm>
        <a:off x="0" y="878844"/>
        <a:ext cx="11233150" cy="439154"/>
      </dsp:txXfrm>
    </dsp:sp>
    <dsp:sp modelId="{33B0F90F-13DA-4198-BAA9-08CCA2AD4193}">
      <dsp:nvSpPr>
        <dsp:cNvPr id="0" name=""/>
        <dsp:cNvSpPr/>
      </dsp:nvSpPr>
      <dsp:spPr>
        <a:xfrm>
          <a:off x="0" y="1317998"/>
          <a:ext cx="112331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28A08A7-7FD3-4C48-B2F0-244AE7A1DA64}">
      <dsp:nvSpPr>
        <dsp:cNvPr id="0" name=""/>
        <dsp:cNvSpPr/>
      </dsp:nvSpPr>
      <dsp:spPr>
        <a:xfrm>
          <a:off x="0" y="1317998"/>
          <a:ext cx="11233150" cy="439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err="1"/>
            <a:t>num_cells_fulfilled</a:t>
          </a:r>
          <a:endParaRPr lang="en-US" sz="2000" kern="1200"/>
        </a:p>
      </dsp:txBody>
      <dsp:txXfrm>
        <a:off x="0" y="1317998"/>
        <a:ext cx="11233150" cy="439154"/>
      </dsp:txXfrm>
    </dsp:sp>
    <dsp:sp modelId="{B7832B3F-F32B-42B1-82F9-501296320359}">
      <dsp:nvSpPr>
        <dsp:cNvPr id="0" name=""/>
        <dsp:cNvSpPr/>
      </dsp:nvSpPr>
      <dsp:spPr>
        <a:xfrm>
          <a:off x="0" y="1757152"/>
          <a:ext cx="112331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9A6BD23-B0E0-4EE3-B716-67B91687E83F}">
      <dsp:nvSpPr>
        <dsp:cNvPr id="0" name=""/>
        <dsp:cNvSpPr/>
      </dsp:nvSpPr>
      <dsp:spPr>
        <a:xfrm>
          <a:off x="0" y="1757152"/>
          <a:ext cx="11233150" cy="439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Algorithms:</a:t>
          </a:r>
          <a:endParaRPr lang="en-US" sz="2000" kern="1200"/>
        </a:p>
      </dsp:txBody>
      <dsp:txXfrm>
        <a:off x="0" y="1757152"/>
        <a:ext cx="11233150" cy="439154"/>
      </dsp:txXfrm>
    </dsp:sp>
    <dsp:sp modelId="{026DC5BB-83EB-432D-9B35-427DAF4F12E4}">
      <dsp:nvSpPr>
        <dsp:cNvPr id="0" name=""/>
        <dsp:cNvSpPr/>
      </dsp:nvSpPr>
      <dsp:spPr>
        <a:xfrm>
          <a:off x="0" y="2196306"/>
          <a:ext cx="112331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8179028-5C16-421D-80E3-20BDF2B13200}">
      <dsp:nvSpPr>
        <dsp:cNvPr id="0" name=""/>
        <dsp:cNvSpPr/>
      </dsp:nvSpPr>
      <dsp:spPr>
        <a:xfrm>
          <a:off x="0" y="2196306"/>
          <a:ext cx="11233150" cy="439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Random Forest</a:t>
          </a:r>
          <a:endParaRPr lang="en-US" sz="2000" kern="1200"/>
        </a:p>
      </dsp:txBody>
      <dsp:txXfrm>
        <a:off x="0" y="2196306"/>
        <a:ext cx="11233150" cy="439154"/>
      </dsp:txXfrm>
    </dsp:sp>
    <dsp:sp modelId="{C0D19A00-5A66-4E18-92A4-C35B8F339091}">
      <dsp:nvSpPr>
        <dsp:cNvPr id="0" name=""/>
        <dsp:cNvSpPr/>
      </dsp:nvSpPr>
      <dsp:spPr>
        <a:xfrm>
          <a:off x="0" y="2635460"/>
          <a:ext cx="112331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22B3ABE-EF16-4FC9-8631-E62B628F58CE}">
      <dsp:nvSpPr>
        <dsp:cNvPr id="0" name=""/>
        <dsp:cNvSpPr/>
      </dsp:nvSpPr>
      <dsp:spPr>
        <a:xfrm>
          <a:off x="0" y="2635460"/>
          <a:ext cx="11233150" cy="439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XGBoost</a:t>
          </a:r>
          <a:endParaRPr lang="en-US" sz="2000" kern="1200"/>
        </a:p>
      </dsp:txBody>
      <dsp:txXfrm>
        <a:off x="0" y="2635460"/>
        <a:ext cx="11233150" cy="439154"/>
      </dsp:txXfrm>
    </dsp:sp>
    <dsp:sp modelId="{B3242B8B-6181-4DF9-A94E-3739988FFD59}">
      <dsp:nvSpPr>
        <dsp:cNvPr id="0" name=""/>
        <dsp:cNvSpPr/>
      </dsp:nvSpPr>
      <dsp:spPr>
        <a:xfrm>
          <a:off x="0" y="3074614"/>
          <a:ext cx="112331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393C6EA-E2DB-4B66-B0B6-7C7F51ADC750}">
      <dsp:nvSpPr>
        <dsp:cNvPr id="0" name=""/>
        <dsp:cNvSpPr/>
      </dsp:nvSpPr>
      <dsp:spPr>
        <a:xfrm>
          <a:off x="0" y="3074614"/>
          <a:ext cx="11233150" cy="439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All scenarios:</a:t>
          </a:r>
          <a:endParaRPr lang="en-US" sz="2000" kern="1200"/>
        </a:p>
      </dsp:txBody>
      <dsp:txXfrm>
        <a:off x="0" y="3074614"/>
        <a:ext cx="11233150" cy="439154"/>
      </dsp:txXfrm>
    </dsp:sp>
    <dsp:sp modelId="{F6DC5A5B-7400-412A-9A91-531A9142BB33}">
      <dsp:nvSpPr>
        <dsp:cNvPr id="0" name=""/>
        <dsp:cNvSpPr/>
      </dsp:nvSpPr>
      <dsp:spPr>
        <a:xfrm>
          <a:off x="0" y="3513768"/>
          <a:ext cx="112331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A7C5F9D-0159-4E30-B24F-E69F934DC4C6}">
      <dsp:nvSpPr>
        <dsp:cNvPr id="0" name=""/>
        <dsp:cNvSpPr/>
      </dsp:nvSpPr>
      <dsp:spPr>
        <a:xfrm>
          <a:off x="0" y="3513768"/>
          <a:ext cx="11233150" cy="439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1 UE / 10 UEs</a:t>
          </a:r>
          <a:endParaRPr lang="en-US" sz="2000" kern="1200"/>
        </a:p>
      </dsp:txBody>
      <dsp:txXfrm>
        <a:off x="0" y="3513768"/>
        <a:ext cx="11233150" cy="439154"/>
      </dsp:txXfrm>
    </dsp:sp>
    <dsp:sp modelId="{B50442A8-8C49-4EEA-93DD-4388EA34B53F}">
      <dsp:nvSpPr>
        <dsp:cNvPr id="0" name=""/>
        <dsp:cNvSpPr/>
      </dsp:nvSpPr>
      <dsp:spPr>
        <a:xfrm>
          <a:off x="0" y="3952922"/>
          <a:ext cx="112331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3576A87-A979-4CDC-AA86-9764DD1AEAF3}">
      <dsp:nvSpPr>
        <dsp:cNvPr id="0" name=""/>
        <dsp:cNvSpPr/>
      </dsp:nvSpPr>
      <dsp:spPr>
        <a:xfrm>
          <a:off x="0" y="3952922"/>
          <a:ext cx="11233150" cy="439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Pedestrian / Vehicle</a:t>
          </a:r>
          <a:endParaRPr lang="en-US" sz="2000" kern="1200"/>
        </a:p>
      </dsp:txBody>
      <dsp:txXfrm>
        <a:off x="0" y="3952922"/>
        <a:ext cx="11233150" cy="4391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49FCC1-7ECD-4B8B-A981-29DAA676770A}">
      <dsp:nvSpPr>
        <dsp:cNvPr id="0" name=""/>
        <dsp:cNvSpPr/>
      </dsp:nvSpPr>
      <dsp:spPr>
        <a:xfrm>
          <a:off x="0" y="2144"/>
          <a:ext cx="112331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00F81F6-05A2-43F1-932F-171D34E9D93B}">
      <dsp:nvSpPr>
        <dsp:cNvPr id="0" name=""/>
        <dsp:cNvSpPr/>
      </dsp:nvSpPr>
      <dsp:spPr>
        <a:xfrm>
          <a:off x="0" y="2144"/>
          <a:ext cx="11233150" cy="398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Features Used:</a:t>
          </a:r>
          <a:endParaRPr lang="en-US" sz="1800" kern="1200"/>
        </a:p>
      </dsp:txBody>
      <dsp:txXfrm>
        <a:off x="0" y="2144"/>
        <a:ext cx="11233150" cy="398938"/>
      </dsp:txXfrm>
    </dsp:sp>
    <dsp:sp modelId="{B17C77ED-2BA5-491D-BAB3-DB2FA7DC45FA}">
      <dsp:nvSpPr>
        <dsp:cNvPr id="0" name=""/>
        <dsp:cNvSpPr/>
      </dsp:nvSpPr>
      <dsp:spPr>
        <a:xfrm>
          <a:off x="0" y="401083"/>
          <a:ext cx="112331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207634D-1891-40BF-8A50-C09087A7020F}">
      <dsp:nvSpPr>
        <dsp:cNvPr id="0" name=""/>
        <dsp:cNvSpPr/>
      </dsp:nvSpPr>
      <dsp:spPr>
        <a:xfrm>
          <a:off x="0" y="401083"/>
          <a:ext cx="11233150" cy="398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servingCellId</a:t>
          </a:r>
          <a:endParaRPr lang="en-US" sz="1800" kern="1200"/>
        </a:p>
      </dsp:txBody>
      <dsp:txXfrm>
        <a:off x="0" y="401083"/>
        <a:ext cx="11233150" cy="398938"/>
      </dsp:txXfrm>
    </dsp:sp>
    <dsp:sp modelId="{58BAD8EB-555F-411D-9EAE-848CA74E1B71}">
      <dsp:nvSpPr>
        <dsp:cNvPr id="0" name=""/>
        <dsp:cNvSpPr/>
      </dsp:nvSpPr>
      <dsp:spPr>
        <a:xfrm>
          <a:off x="0" y="800021"/>
          <a:ext cx="112331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8D831B1-253F-4C1F-B7DA-650CD3C2C1EC}">
      <dsp:nvSpPr>
        <dsp:cNvPr id="0" name=""/>
        <dsp:cNvSpPr/>
      </dsp:nvSpPr>
      <dsp:spPr>
        <a:xfrm>
          <a:off x="0" y="800021"/>
          <a:ext cx="11233150" cy="398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err="1"/>
            <a:t>bestCellId</a:t>
          </a:r>
          <a:endParaRPr lang="en-US" sz="1800" kern="1200"/>
        </a:p>
      </dsp:txBody>
      <dsp:txXfrm>
        <a:off x="0" y="800021"/>
        <a:ext cx="11233150" cy="398938"/>
      </dsp:txXfrm>
    </dsp:sp>
    <dsp:sp modelId="{33B0F90F-13DA-4198-BAA9-08CCA2AD4193}">
      <dsp:nvSpPr>
        <dsp:cNvPr id="0" name=""/>
        <dsp:cNvSpPr/>
      </dsp:nvSpPr>
      <dsp:spPr>
        <a:xfrm>
          <a:off x="0" y="1198960"/>
          <a:ext cx="112331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28A08A7-7FD3-4C48-B2F0-244AE7A1DA64}">
      <dsp:nvSpPr>
        <dsp:cNvPr id="0" name=""/>
        <dsp:cNvSpPr/>
      </dsp:nvSpPr>
      <dsp:spPr>
        <a:xfrm>
          <a:off x="0" y="1198960"/>
          <a:ext cx="11233150" cy="398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err="1"/>
            <a:t>rsrp_diff</a:t>
          </a:r>
          <a:endParaRPr lang="en-US" sz="1800" kern="1200"/>
        </a:p>
      </dsp:txBody>
      <dsp:txXfrm>
        <a:off x="0" y="1198960"/>
        <a:ext cx="11233150" cy="398938"/>
      </dsp:txXfrm>
    </dsp:sp>
    <dsp:sp modelId="{1C650010-E0DA-453E-91BD-808343DC54D9}">
      <dsp:nvSpPr>
        <dsp:cNvPr id="0" name=""/>
        <dsp:cNvSpPr/>
      </dsp:nvSpPr>
      <dsp:spPr>
        <a:xfrm>
          <a:off x="0" y="1597898"/>
          <a:ext cx="112331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1CAE5D7-2719-41CB-BF75-9500C4939D50}">
      <dsp:nvSpPr>
        <dsp:cNvPr id="0" name=""/>
        <dsp:cNvSpPr/>
      </dsp:nvSpPr>
      <dsp:spPr>
        <a:xfrm>
          <a:off x="0" y="1597898"/>
          <a:ext cx="11233150" cy="398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err="1"/>
            <a:t>num_cells_fulfilled</a:t>
          </a:r>
          <a:endParaRPr lang="en-US" sz="1800" kern="1200"/>
        </a:p>
      </dsp:txBody>
      <dsp:txXfrm>
        <a:off x="0" y="1597898"/>
        <a:ext cx="11233150" cy="398938"/>
      </dsp:txXfrm>
    </dsp:sp>
    <dsp:sp modelId="{B7832B3F-F32B-42B1-82F9-501296320359}">
      <dsp:nvSpPr>
        <dsp:cNvPr id="0" name=""/>
        <dsp:cNvSpPr/>
      </dsp:nvSpPr>
      <dsp:spPr>
        <a:xfrm>
          <a:off x="0" y="1996837"/>
          <a:ext cx="112331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9A6BD23-B0E0-4EE3-B716-67B91687E83F}">
      <dsp:nvSpPr>
        <dsp:cNvPr id="0" name=""/>
        <dsp:cNvSpPr/>
      </dsp:nvSpPr>
      <dsp:spPr>
        <a:xfrm>
          <a:off x="0" y="1996837"/>
          <a:ext cx="11233150" cy="398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Algorithms:</a:t>
          </a:r>
          <a:endParaRPr lang="en-US" sz="1800" kern="1200"/>
        </a:p>
      </dsp:txBody>
      <dsp:txXfrm>
        <a:off x="0" y="1996837"/>
        <a:ext cx="11233150" cy="398938"/>
      </dsp:txXfrm>
    </dsp:sp>
    <dsp:sp modelId="{026DC5BB-83EB-432D-9B35-427DAF4F12E4}">
      <dsp:nvSpPr>
        <dsp:cNvPr id="0" name=""/>
        <dsp:cNvSpPr/>
      </dsp:nvSpPr>
      <dsp:spPr>
        <a:xfrm>
          <a:off x="0" y="2395775"/>
          <a:ext cx="112331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8179028-5C16-421D-80E3-20BDF2B13200}">
      <dsp:nvSpPr>
        <dsp:cNvPr id="0" name=""/>
        <dsp:cNvSpPr/>
      </dsp:nvSpPr>
      <dsp:spPr>
        <a:xfrm>
          <a:off x="0" y="2395775"/>
          <a:ext cx="11233150" cy="398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Random Forest</a:t>
          </a:r>
          <a:endParaRPr lang="en-US" sz="1800" kern="1200"/>
        </a:p>
      </dsp:txBody>
      <dsp:txXfrm>
        <a:off x="0" y="2395775"/>
        <a:ext cx="11233150" cy="398938"/>
      </dsp:txXfrm>
    </dsp:sp>
    <dsp:sp modelId="{C0D19A00-5A66-4E18-92A4-C35B8F339091}">
      <dsp:nvSpPr>
        <dsp:cNvPr id="0" name=""/>
        <dsp:cNvSpPr/>
      </dsp:nvSpPr>
      <dsp:spPr>
        <a:xfrm>
          <a:off x="0" y="2794714"/>
          <a:ext cx="112331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22B3ABE-EF16-4FC9-8631-E62B628F58CE}">
      <dsp:nvSpPr>
        <dsp:cNvPr id="0" name=""/>
        <dsp:cNvSpPr/>
      </dsp:nvSpPr>
      <dsp:spPr>
        <a:xfrm>
          <a:off x="0" y="2794714"/>
          <a:ext cx="11233150" cy="398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XGBoost</a:t>
          </a:r>
          <a:endParaRPr lang="en-US" sz="1800" kern="1200"/>
        </a:p>
      </dsp:txBody>
      <dsp:txXfrm>
        <a:off x="0" y="2794714"/>
        <a:ext cx="11233150" cy="398938"/>
      </dsp:txXfrm>
    </dsp:sp>
    <dsp:sp modelId="{B3242B8B-6181-4DF9-A94E-3739988FFD59}">
      <dsp:nvSpPr>
        <dsp:cNvPr id="0" name=""/>
        <dsp:cNvSpPr/>
      </dsp:nvSpPr>
      <dsp:spPr>
        <a:xfrm>
          <a:off x="0" y="3193652"/>
          <a:ext cx="112331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393C6EA-E2DB-4B66-B0B6-7C7F51ADC750}">
      <dsp:nvSpPr>
        <dsp:cNvPr id="0" name=""/>
        <dsp:cNvSpPr/>
      </dsp:nvSpPr>
      <dsp:spPr>
        <a:xfrm>
          <a:off x="0" y="3193652"/>
          <a:ext cx="11233150" cy="398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All scenarios:</a:t>
          </a:r>
          <a:endParaRPr lang="en-US" sz="1800" kern="1200"/>
        </a:p>
      </dsp:txBody>
      <dsp:txXfrm>
        <a:off x="0" y="3193652"/>
        <a:ext cx="11233150" cy="398938"/>
      </dsp:txXfrm>
    </dsp:sp>
    <dsp:sp modelId="{F6DC5A5B-7400-412A-9A91-531A9142BB33}">
      <dsp:nvSpPr>
        <dsp:cNvPr id="0" name=""/>
        <dsp:cNvSpPr/>
      </dsp:nvSpPr>
      <dsp:spPr>
        <a:xfrm>
          <a:off x="0" y="3592591"/>
          <a:ext cx="112331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A7C5F9D-0159-4E30-B24F-E69F934DC4C6}">
      <dsp:nvSpPr>
        <dsp:cNvPr id="0" name=""/>
        <dsp:cNvSpPr/>
      </dsp:nvSpPr>
      <dsp:spPr>
        <a:xfrm>
          <a:off x="0" y="3592591"/>
          <a:ext cx="11233150" cy="398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1 UE / 10 UEs</a:t>
          </a:r>
          <a:endParaRPr lang="en-US" sz="1800" kern="1200"/>
        </a:p>
      </dsp:txBody>
      <dsp:txXfrm>
        <a:off x="0" y="3592591"/>
        <a:ext cx="11233150" cy="398938"/>
      </dsp:txXfrm>
    </dsp:sp>
    <dsp:sp modelId="{B50442A8-8C49-4EEA-93DD-4388EA34B53F}">
      <dsp:nvSpPr>
        <dsp:cNvPr id="0" name=""/>
        <dsp:cNvSpPr/>
      </dsp:nvSpPr>
      <dsp:spPr>
        <a:xfrm>
          <a:off x="0" y="3991529"/>
          <a:ext cx="112331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3576A87-A979-4CDC-AA86-9764DD1AEAF3}">
      <dsp:nvSpPr>
        <dsp:cNvPr id="0" name=""/>
        <dsp:cNvSpPr/>
      </dsp:nvSpPr>
      <dsp:spPr>
        <a:xfrm>
          <a:off x="0" y="3991529"/>
          <a:ext cx="11233150" cy="398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Pedestrian / Vehicle</a:t>
          </a:r>
          <a:endParaRPr lang="en-US" sz="1800" kern="1200"/>
        </a:p>
      </dsp:txBody>
      <dsp:txXfrm>
        <a:off x="0" y="3991529"/>
        <a:ext cx="11233150" cy="39893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49FCC1-7ECD-4B8B-A981-29DAA676770A}">
      <dsp:nvSpPr>
        <dsp:cNvPr id="0" name=""/>
        <dsp:cNvSpPr/>
      </dsp:nvSpPr>
      <dsp:spPr>
        <a:xfrm>
          <a:off x="0" y="536"/>
          <a:ext cx="112331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00F81F6-05A2-43F1-932F-171D34E9D93B}">
      <dsp:nvSpPr>
        <dsp:cNvPr id="0" name=""/>
        <dsp:cNvSpPr/>
      </dsp:nvSpPr>
      <dsp:spPr>
        <a:xfrm>
          <a:off x="0" y="536"/>
          <a:ext cx="11233150" cy="337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Features Used:</a:t>
          </a:r>
          <a:endParaRPr lang="en-US" sz="1500" kern="1200"/>
        </a:p>
      </dsp:txBody>
      <dsp:txXfrm>
        <a:off x="0" y="536"/>
        <a:ext cx="11233150" cy="337810"/>
      </dsp:txXfrm>
    </dsp:sp>
    <dsp:sp modelId="{B17C77ED-2BA5-491D-BAB3-DB2FA7DC45FA}">
      <dsp:nvSpPr>
        <dsp:cNvPr id="0" name=""/>
        <dsp:cNvSpPr/>
      </dsp:nvSpPr>
      <dsp:spPr>
        <a:xfrm>
          <a:off x="0" y="338347"/>
          <a:ext cx="112331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207634D-1891-40BF-8A50-C09087A7020F}">
      <dsp:nvSpPr>
        <dsp:cNvPr id="0" name=""/>
        <dsp:cNvSpPr/>
      </dsp:nvSpPr>
      <dsp:spPr>
        <a:xfrm>
          <a:off x="0" y="338347"/>
          <a:ext cx="11233150" cy="337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 err="1"/>
            <a:t>servingCellId</a:t>
          </a:r>
          <a:endParaRPr lang="en-US" sz="1500" kern="1200"/>
        </a:p>
      </dsp:txBody>
      <dsp:txXfrm>
        <a:off x="0" y="338347"/>
        <a:ext cx="11233150" cy="337810"/>
      </dsp:txXfrm>
    </dsp:sp>
    <dsp:sp modelId="{58BAD8EB-555F-411D-9EAE-848CA74E1B71}">
      <dsp:nvSpPr>
        <dsp:cNvPr id="0" name=""/>
        <dsp:cNvSpPr/>
      </dsp:nvSpPr>
      <dsp:spPr>
        <a:xfrm>
          <a:off x="0" y="676157"/>
          <a:ext cx="112331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8D831B1-253F-4C1F-B7DA-650CD3C2C1EC}">
      <dsp:nvSpPr>
        <dsp:cNvPr id="0" name=""/>
        <dsp:cNvSpPr/>
      </dsp:nvSpPr>
      <dsp:spPr>
        <a:xfrm>
          <a:off x="0" y="676157"/>
          <a:ext cx="11233150" cy="337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 err="1"/>
            <a:t>bestCellId</a:t>
          </a:r>
          <a:endParaRPr lang="en-US" sz="1500" kern="1200"/>
        </a:p>
      </dsp:txBody>
      <dsp:txXfrm>
        <a:off x="0" y="676157"/>
        <a:ext cx="11233150" cy="337810"/>
      </dsp:txXfrm>
    </dsp:sp>
    <dsp:sp modelId="{33B0F90F-13DA-4198-BAA9-08CCA2AD4193}">
      <dsp:nvSpPr>
        <dsp:cNvPr id="0" name=""/>
        <dsp:cNvSpPr/>
      </dsp:nvSpPr>
      <dsp:spPr>
        <a:xfrm>
          <a:off x="0" y="1013968"/>
          <a:ext cx="112331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28A08A7-7FD3-4C48-B2F0-244AE7A1DA64}">
      <dsp:nvSpPr>
        <dsp:cNvPr id="0" name=""/>
        <dsp:cNvSpPr/>
      </dsp:nvSpPr>
      <dsp:spPr>
        <a:xfrm>
          <a:off x="0" y="1013968"/>
          <a:ext cx="11233150" cy="337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err="1"/>
            <a:t>servingCellRSRP</a:t>
          </a:r>
          <a:endParaRPr lang="en-US" sz="1500" kern="1200"/>
        </a:p>
      </dsp:txBody>
      <dsp:txXfrm>
        <a:off x="0" y="1013968"/>
        <a:ext cx="11233150" cy="337810"/>
      </dsp:txXfrm>
    </dsp:sp>
    <dsp:sp modelId="{1C650010-E0DA-453E-91BD-808343DC54D9}">
      <dsp:nvSpPr>
        <dsp:cNvPr id="0" name=""/>
        <dsp:cNvSpPr/>
      </dsp:nvSpPr>
      <dsp:spPr>
        <a:xfrm>
          <a:off x="0" y="1351779"/>
          <a:ext cx="112331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1CAE5D7-2719-41CB-BF75-9500C4939D50}">
      <dsp:nvSpPr>
        <dsp:cNvPr id="0" name=""/>
        <dsp:cNvSpPr/>
      </dsp:nvSpPr>
      <dsp:spPr>
        <a:xfrm>
          <a:off x="0" y="1351779"/>
          <a:ext cx="11233150" cy="337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err="1"/>
            <a:t>bestCellRSRP</a:t>
          </a:r>
          <a:endParaRPr lang="en-US" sz="1500" kern="1200"/>
        </a:p>
      </dsp:txBody>
      <dsp:txXfrm>
        <a:off x="0" y="1351779"/>
        <a:ext cx="11233150" cy="337810"/>
      </dsp:txXfrm>
    </dsp:sp>
    <dsp:sp modelId="{25691754-34AF-4AED-B536-371498AF9A17}">
      <dsp:nvSpPr>
        <dsp:cNvPr id="0" name=""/>
        <dsp:cNvSpPr/>
      </dsp:nvSpPr>
      <dsp:spPr>
        <a:xfrm>
          <a:off x="0" y="1689590"/>
          <a:ext cx="112331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5403BA1-CFA9-4217-A304-3FF317148F68}">
      <dsp:nvSpPr>
        <dsp:cNvPr id="0" name=""/>
        <dsp:cNvSpPr/>
      </dsp:nvSpPr>
      <dsp:spPr>
        <a:xfrm>
          <a:off x="0" y="1689590"/>
          <a:ext cx="11233150" cy="337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err="1"/>
            <a:t>rsrp_diff</a:t>
          </a:r>
          <a:endParaRPr lang="en-US" sz="1500" kern="1200"/>
        </a:p>
      </dsp:txBody>
      <dsp:txXfrm>
        <a:off x="0" y="1689590"/>
        <a:ext cx="11233150" cy="337810"/>
      </dsp:txXfrm>
    </dsp:sp>
    <dsp:sp modelId="{41B28CD3-83E8-45A2-BCEC-6A8C0857C0D5}">
      <dsp:nvSpPr>
        <dsp:cNvPr id="0" name=""/>
        <dsp:cNvSpPr/>
      </dsp:nvSpPr>
      <dsp:spPr>
        <a:xfrm>
          <a:off x="0" y="2027401"/>
          <a:ext cx="112331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E740AC6-3524-401C-B297-9EDBA0F921B5}">
      <dsp:nvSpPr>
        <dsp:cNvPr id="0" name=""/>
        <dsp:cNvSpPr/>
      </dsp:nvSpPr>
      <dsp:spPr>
        <a:xfrm>
          <a:off x="0" y="2027401"/>
          <a:ext cx="11233150" cy="337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err="1"/>
            <a:t>num_cells_fulfilled</a:t>
          </a:r>
          <a:endParaRPr lang="en-US" sz="1500" kern="1200"/>
        </a:p>
      </dsp:txBody>
      <dsp:txXfrm>
        <a:off x="0" y="2027401"/>
        <a:ext cx="11233150" cy="337810"/>
      </dsp:txXfrm>
    </dsp:sp>
    <dsp:sp modelId="{B7832B3F-F32B-42B1-82F9-501296320359}">
      <dsp:nvSpPr>
        <dsp:cNvPr id="0" name=""/>
        <dsp:cNvSpPr/>
      </dsp:nvSpPr>
      <dsp:spPr>
        <a:xfrm>
          <a:off x="0" y="2365211"/>
          <a:ext cx="112331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9A6BD23-B0E0-4EE3-B716-67B91687E83F}">
      <dsp:nvSpPr>
        <dsp:cNvPr id="0" name=""/>
        <dsp:cNvSpPr/>
      </dsp:nvSpPr>
      <dsp:spPr>
        <a:xfrm>
          <a:off x="0" y="2365211"/>
          <a:ext cx="11233150" cy="337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Algorithms:</a:t>
          </a:r>
          <a:endParaRPr lang="en-US" sz="1500" kern="1200"/>
        </a:p>
      </dsp:txBody>
      <dsp:txXfrm>
        <a:off x="0" y="2365211"/>
        <a:ext cx="11233150" cy="337810"/>
      </dsp:txXfrm>
    </dsp:sp>
    <dsp:sp modelId="{026DC5BB-83EB-432D-9B35-427DAF4F12E4}">
      <dsp:nvSpPr>
        <dsp:cNvPr id="0" name=""/>
        <dsp:cNvSpPr/>
      </dsp:nvSpPr>
      <dsp:spPr>
        <a:xfrm>
          <a:off x="0" y="2703022"/>
          <a:ext cx="112331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8179028-5C16-421D-80E3-20BDF2B13200}">
      <dsp:nvSpPr>
        <dsp:cNvPr id="0" name=""/>
        <dsp:cNvSpPr/>
      </dsp:nvSpPr>
      <dsp:spPr>
        <a:xfrm>
          <a:off x="0" y="2703022"/>
          <a:ext cx="11233150" cy="337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Random Forest</a:t>
          </a:r>
          <a:endParaRPr lang="en-US" sz="1500" kern="1200"/>
        </a:p>
      </dsp:txBody>
      <dsp:txXfrm>
        <a:off x="0" y="2703022"/>
        <a:ext cx="11233150" cy="337810"/>
      </dsp:txXfrm>
    </dsp:sp>
    <dsp:sp modelId="{C0D19A00-5A66-4E18-92A4-C35B8F339091}">
      <dsp:nvSpPr>
        <dsp:cNvPr id="0" name=""/>
        <dsp:cNvSpPr/>
      </dsp:nvSpPr>
      <dsp:spPr>
        <a:xfrm>
          <a:off x="0" y="3040833"/>
          <a:ext cx="112331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22B3ABE-EF16-4FC9-8631-E62B628F58CE}">
      <dsp:nvSpPr>
        <dsp:cNvPr id="0" name=""/>
        <dsp:cNvSpPr/>
      </dsp:nvSpPr>
      <dsp:spPr>
        <a:xfrm>
          <a:off x="0" y="3040833"/>
          <a:ext cx="11233150" cy="337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XGBoost</a:t>
          </a:r>
          <a:endParaRPr lang="en-US" sz="1500" kern="1200"/>
        </a:p>
      </dsp:txBody>
      <dsp:txXfrm>
        <a:off x="0" y="3040833"/>
        <a:ext cx="11233150" cy="337810"/>
      </dsp:txXfrm>
    </dsp:sp>
    <dsp:sp modelId="{B3242B8B-6181-4DF9-A94E-3739988FFD59}">
      <dsp:nvSpPr>
        <dsp:cNvPr id="0" name=""/>
        <dsp:cNvSpPr/>
      </dsp:nvSpPr>
      <dsp:spPr>
        <a:xfrm>
          <a:off x="0" y="3378644"/>
          <a:ext cx="112331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393C6EA-E2DB-4B66-B0B6-7C7F51ADC750}">
      <dsp:nvSpPr>
        <dsp:cNvPr id="0" name=""/>
        <dsp:cNvSpPr/>
      </dsp:nvSpPr>
      <dsp:spPr>
        <a:xfrm>
          <a:off x="0" y="3378644"/>
          <a:ext cx="11233150" cy="337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All scenarios:</a:t>
          </a:r>
          <a:endParaRPr lang="en-US" sz="1500" kern="1200"/>
        </a:p>
      </dsp:txBody>
      <dsp:txXfrm>
        <a:off x="0" y="3378644"/>
        <a:ext cx="11233150" cy="337810"/>
      </dsp:txXfrm>
    </dsp:sp>
    <dsp:sp modelId="{F6DC5A5B-7400-412A-9A91-531A9142BB33}">
      <dsp:nvSpPr>
        <dsp:cNvPr id="0" name=""/>
        <dsp:cNvSpPr/>
      </dsp:nvSpPr>
      <dsp:spPr>
        <a:xfrm>
          <a:off x="0" y="3716455"/>
          <a:ext cx="112331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A7C5F9D-0159-4E30-B24F-E69F934DC4C6}">
      <dsp:nvSpPr>
        <dsp:cNvPr id="0" name=""/>
        <dsp:cNvSpPr/>
      </dsp:nvSpPr>
      <dsp:spPr>
        <a:xfrm>
          <a:off x="0" y="3716455"/>
          <a:ext cx="11233150" cy="337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1 UE / 10 UEs</a:t>
          </a:r>
          <a:endParaRPr lang="en-US" sz="1500" kern="1200"/>
        </a:p>
      </dsp:txBody>
      <dsp:txXfrm>
        <a:off x="0" y="3716455"/>
        <a:ext cx="11233150" cy="337810"/>
      </dsp:txXfrm>
    </dsp:sp>
    <dsp:sp modelId="{B50442A8-8C49-4EEA-93DD-4388EA34B53F}">
      <dsp:nvSpPr>
        <dsp:cNvPr id="0" name=""/>
        <dsp:cNvSpPr/>
      </dsp:nvSpPr>
      <dsp:spPr>
        <a:xfrm>
          <a:off x="0" y="4054265"/>
          <a:ext cx="112331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3576A87-A979-4CDC-AA86-9764DD1AEAF3}">
      <dsp:nvSpPr>
        <dsp:cNvPr id="0" name=""/>
        <dsp:cNvSpPr/>
      </dsp:nvSpPr>
      <dsp:spPr>
        <a:xfrm>
          <a:off x="0" y="4054265"/>
          <a:ext cx="11233150" cy="337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Pedestrian / Vehicle</a:t>
          </a:r>
          <a:endParaRPr lang="en-US" sz="1500" kern="1200"/>
        </a:p>
      </dsp:txBody>
      <dsp:txXfrm>
        <a:off x="0" y="4054265"/>
        <a:ext cx="11233150" cy="33781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E455DB-9D75-4FCE-90DA-536645622E24}">
      <dsp:nvSpPr>
        <dsp:cNvPr id="0" name=""/>
        <dsp:cNvSpPr/>
      </dsp:nvSpPr>
      <dsp:spPr>
        <a:xfrm>
          <a:off x="0" y="0"/>
          <a:ext cx="112331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3373E1-3974-431F-BEC9-A30F9B1DCA7C}">
      <dsp:nvSpPr>
        <dsp:cNvPr id="0" name=""/>
        <dsp:cNvSpPr/>
      </dsp:nvSpPr>
      <dsp:spPr>
        <a:xfrm>
          <a:off x="0" y="0"/>
          <a:ext cx="11233150" cy="1098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latin typeface="Ericsson Hilda Light"/>
            </a:rPr>
            <a:t> High accuracy and recall for all feature sets (3,4,6)</a:t>
          </a:r>
        </a:p>
      </dsp:txBody>
      <dsp:txXfrm>
        <a:off x="0" y="0"/>
        <a:ext cx="11233150" cy="1098152"/>
      </dsp:txXfrm>
    </dsp:sp>
    <dsp:sp modelId="{75805479-FCC6-4CD0-A833-042ADC4B9C37}">
      <dsp:nvSpPr>
        <dsp:cNvPr id="0" name=""/>
        <dsp:cNvSpPr/>
      </dsp:nvSpPr>
      <dsp:spPr>
        <a:xfrm>
          <a:off x="0" y="1098153"/>
          <a:ext cx="112331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BE5FF9-10EB-41E0-99E2-76B633D69709}">
      <dsp:nvSpPr>
        <dsp:cNvPr id="0" name=""/>
        <dsp:cNvSpPr/>
      </dsp:nvSpPr>
      <dsp:spPr>
        <a:xfrm>
          <a:off x="0" y="1098152"/>
          <a:ext cx="11233150" cy="1098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latin typeface="Ericsson Hilda Light"/>
            </a:rPr>
            <a:t>Accurate models' performance likely due to the handover event occurrence being directly related to number of cells fulfilling L3 event</a:t>
          </a:r>
        </a:p>
      </dsp:txBody>
      <dsp:txXfrm>
        <a:off x="0" y="1098152"/>
        <a:ext cx="11233150" cy="1098152"/>
      </dsp:txXfrm>
    </dsp:sp>
    <dsp:sp modelId="{1E64BC1B-0696-4D75-8036-74FBB83BDDA8}">
      <dsp:nvSpPr>
        <dsp:cNvPr id="0" name=""/>
        <dsp:cNvSpPr/>
      </dsp:nvSpPr>
      <dsp:spPr>
        <a:xfrm>
          <a:off x="0" y="2196306"/>
          <a:ext cx="112331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B85EE6-1564-472D-A725-79EB38D403BF}">
      <dsp:nvSpPr>
        <dsp:cNvPr id="0" name=""/>
        <dsp:cNvSpPr/>
      </dsp:nvSpPr>
      <dsp:spPr>
        <a:xfrm>
          <a:off x="0" y="2196305"/>
          <a:ext cx="11233150" cy="1098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latin typeface="Ericsson Hilda Light"/>
            </a:rPr>
            <a:t>Lower precision only for Random Forest with 6-features results (there are more false positives)</a:t>
          </a:r>
          <a:endParaRPr lang="en-US" sz="2900" kern="1200" dirty="0"/>
        </a:p>
      </dsp:txBody>
      <dsp:txXfrm>
        <a:off x="0" y="2196305"/>
        <a:ext cx="11233150" cy="1098152"/>
      </dsp:txXfrm>
    </dsp:sp>
    <dsp:sp modelId="{44AD8051-9ADA-4252-A3F0-F92B8DC1C2CC}">
      <dsp:nvSpPr>
        <dsp:cNvPr id="0" name=""/>
        <dsp:cNvSpPr/>
      </dsp:nvSpPr>
      <dsp:spPr>
        <a:xfrm>
          <a:off x="0" y="3294458"/>
          <a:ext cx="112331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9DE144-EFD0-404B-A4A4-9EB25627A6D1}">
      <dsp:nvSpPr>
        <dsp:cNvPr id="0" name=""/>
        <dsp:cNvSpPr/>
      </dsp:nvSpPr>
      <dsp:spPr>
        <a:xfrm>
          <a:off x="0" y="3294458"/>
          <a:ext cx="11233150" cy="1098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latin typeface="Ericsson Hilda Light"/>
            </a:rPr>
            <a:t>Need to investigate further if data balancing will have an impact on the performance of machine learning models</a:t>
          </a:r>
        </a:p>
      </dsp:txBody>
      <dsp:txXfrm>
        <a:off x="0" y="3294458"/>
        <a:ext cx="11233150" cy="10981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FD348-9C7F-4865-875C-863EC6E2CB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294207-A46E-4F9A-91C9-BB4398CEA9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105526-C577-427D-800D-7921EA1602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CA4CFA-39AC-4AB6-B521-EBDB0AF74A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7AEDCC-D3AE-4D3E-A1AA-6BA600F27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262122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Ericsson Hilda Light" panose="000004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Ericsson Hilda Light" panose="00000400000000000000" pitchFamily="2" charset="0"/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Ericsson Hilda Light" panose="000004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Ericsson Hilda Light" panose="00000400000000000000" pitchFamily="2" charset="0"/>
              </a:defRPr>
            </a:lvl1pPr>
          </a:lstStyle>
          <a:p>
            <a:fld id="{F949BC75-2359-4F98-918A-7033C92AD4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333820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Ericsson Hilda Light" panose="000004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Ericsson Hilda Light" panose="000004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Ericsson Hilda Light" panose="000004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Ericsson Hilda Light" panose="000004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Ericsson Hilda Light" panose="000004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9BC75-2359-4F98-918A-7033C92AD48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623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en-GB"/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A9966BF-A434-4BC2-9969-A0AE8B068B9B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9822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6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Title/cover page,   Ericsson Hilda Light 80pt, max 3-lines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Description/subtitle/speaker…</a:t>
            </a:r>
            <a:br>
              <a:rPr lang="en-GB"/>
            </a:br>
            <a:r>
              <a:rPr lang="en-US"/>
              <a:t>Ericsson Hilda Black 20pt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72C1EE1F-EF94-4EBA-A010-8BC3D2F38C39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86DC080A-9949-473E-B276-47DB2284A21D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>
                <a:solidFill>
                  <a:schemeClr val="tx1"/>
                </a:solidFill>
                <a:latin typeface="+mn-lt"/>
              </a:rPr>
              <a:t> of 75</a:t>
            </a:r>
          </a:p>
        </p:txBody>
      </p:sp>
    </p:spTree>
    <p:extLst>
      <p:ext uri="{BB962C8B-B14F-4D97-AF65-F5344CB8AC3E}">
        <p14:creationId xmlns:p14="http://schemas.microsoft.com/office/powerpoint/2010/main" val="1374575616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P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103FF1A-D345-1C56-590F-D823A889B028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6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Title/cover page,   Ericsson Hilda Light 80pt, max 3-lines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Description/subtitle/speaker…</a:t>
            </a:r>
            <a:br>
              <a:rPr lang="en-GB"/>
            </a:br>
            <a:r>
              <a:rPr lang="en-US"/>
              <a:t>Ericsson Hilda Black 20pt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72C1EE1F-EF94-4EBA-A010-8BC3D2F38C39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BAAEF0A7-C2D6-41F8-AF27-00A20581417D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>
                <a:solidFill>
                  <a:schemeClr val="tx1"/>
                </a:solidFill>
                <a:latin typeface="+mn-lt"/>
              </a:rPr>
              <a:t> of 75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0EAB151C-EA5D-17DC-B535-00FFB9FD81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3015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69F42FFA-3DFB-4DB2-A942-F02200203C82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6F14C5B1-BE77-47D6-85F8-315DF94C038E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>
                <a:solidFill>
                  <a:schemeClr val="tx1"/>
                </a:solidFill>
                <a:latin typeface="+mn-lt"/>
              </a:rPr>
              <a:t> of 75</a:t>
            </a:r>
          </a:p>
        </p:txBody>
      </p:sp>
    </p:spTree>
    <p:extLst>
      <p:ext uri="{BB962C8B-B14F-4D97-AF65-F5344CB8AC3E}">
        <p14:creationId xmlns:p14="http://schemas.microsoft.com/office/powerpoint/2010/main" val="395415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E6869961-F931-4F1E-9FB3-8587EBA3F36F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03FD5EF-20DB-46AB-B412-DF9112353719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67131E87-20CD-40F7-84B3-20E77722FB53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>
                <a:solidFill>
                  <a:schemeClr val="tx1"/>
                </a:solidFill>
                <a:latin typeface="+mn-lt"/>
              </a:rPr>
              <a:t> of 75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78DD11F5-924D-4907-D01E-DCB632C069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4747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A0D75FE7-1529-48A6-AC28-FE81F1C78D39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>
                <a:solidFill>
                  <a:schemeClr val="tx1"/>
                </a:solidFill>
                <a:latin typeface="+mn-lt"/>
              </a:rPr>
              <a:t> of 75</a:t>
            </a:r>
          </a:p>
        </p:txBody>
      </p:sp>
    </p:spTree>
    <p:extLst>
      <p:ext uri="{BB962C8B-B14F-4D97-AF65-F5344CB8AC3E}">
        <p14:creationId xmlns:p14="http://schemas.microsoft.com/office/powerpoint/2010/main" val="3415456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9A6888F-AC26-BA8F-0055-E808E294C9D7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err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561136CD-F1DB-03FC-F814-EFB4397772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8E3BEF00-0D29-422C-8A78-420B917FEF04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>
                <a:solidFill>
                  <a:schemeClr val="tx1"/>
                </a:solidFill>
                <a:latin typeface="+mn-lt"/>
              </a:rPr>
              <a:t> of 75</a:t>
            </a:r>
          </a:p>
        </p:txBody>
      </p:sp>
    </p:spTree>
    <p:extLst>
      <p:ext uri="{BB962C8B-B14F-4D97-AF65-F5344CB8AC3E}">
        <p14:creationId xmlns:p14="http://schemas.microsoft.com/office/powerpoint/2010/main" val="16862044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012EF819-C4E8-4242-A50C-37A60C68C5A9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>
                <a:solidFill>
                  <a:schemeClr val="tx1"/>
                </a:solidFill>
                <a:latin typeface="+mn-lt"/>
              </a:rPr>
              <a:t> of 75</a:t>
            </a:r>
          </a:p>
        </p:txBody>
      </p:sp>
    </p:spTree>
    <p:extLst>
      <p:ext uri="{BB962C8B-B14F-4D97-AF65-F5344CB8AC3E}">
        <p14:creationId xmlns:p14="http://schemas.microsoft.com/office/powerpoint/2010/main" val="3443338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1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17697191-0A85-B8C8-9EEC-2BBBCA05BA94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err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74D3F1FB-D06C-DBD1-2450-16F10900A5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FD76F584-33FA-4BE0-9F8C-847EE8C7EDB6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>
                <a:solidFill>
                  <a:schemeClr val="tx1"/>
                </a:solidFill>
                <a:latin typeface="+mn-lt"/>
              </a:rPr>
              <a:t> of 75</a:t>
            </a:r>
          </a:p>
        </p:txBody>
      </p:sp>
    </p:spTree>
    <p:extLst>
      <p:ext uri="{BB962C8B-B14F-4D97-AF65-F5344CB8AC3E}">
        <p14:creationId xmlns:p14="http://schemas.microsoft.com/office/powerpoint/2010/main" val="23623865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smalle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DB8BC610-C1B0-4C6A-B5C2-80DA487CE5DE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8B0C8EB5-F97C-4EEA-864C-FCE3A8ABDEAE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>
                <a:solidFill>
                  <a:schemeClr val="tx1"/>
                </a:solidFill>
                <a:latin typeface="+mn-lt"/>
              </a:rPr>
              <a:t> of 75</a:t>
            </a:r>
          </a:p>
        </p:txBody>
      </p:sp>
    </p:spTree>
    <p:extLst>
      <p:ext uri="{BB962C8B-B14F-4D97-AF65-F5344CB8AC3E}">
        <p14:creationId xmlns:p14="http://schemas.microsoft.com/office/powerpoint/2010/main" val="360799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1 smaller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C8FC9BDE-AACF-FAD9-0569-2308D75B1812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err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989B81D-94DE-1159-ADB9-A5A03B074B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DB8BC610-C1B0-4C6A-B5C2-80DA487CE5DE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30BF3C2F-7C02-43E4-83D7-6B4415EC3422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>
                <a:solidFill>
                  <a:schemeClr val="tx1"/>
                </a:solidFill>
                <a:latin typeface="+mn-lt"/>
              </a:rPr>
              <a:t> of 75</a:t>
            </a:r>
          </a:p>
        </p:txBody>
      </p:sp>
    </p:spTree>
    <p:extLst>
      <p:ext uri="{BB962C8B-B14F-4D97-AF65-F5344CB8AC3E}">
        <p14:creationId xmlns:p14="http://schemas.microsoft.com/office/powerpoint/2010/main" val="16627616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3797230-5A6C-4718-8C90-CB9F2709B382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4298E1D0-2083-4F37-A08A-CD8C618F3EBD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>
                <a:solidFill>
                  <a:schemeClr val="tx1"/>
                </a:solidFill>
                <a:latin typeface="+mn-lt"/>
              </a:rPr>
              <a:t> of 75</a:t>
            </a:r>
          </a:p>
        </p:txBody>
      </p:sp>
    </p:spTree>
    <p:extLst>
      <p:ext uri="{BB962C8B-B14F-4D97-AF65-F5344CB8AC3E}">
        <p14:creationId xmlns:p14="http://schemas.microsoft.com/office/powerpoint/2010/main" val="6758838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2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105FD79D-9BC3-0408-DF33-0CA55CC3DCD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err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D355044D-CD56-AB10-6CA0-CA0669B906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3797230-5A6C-4718-8C90-CB9F2709B382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CD09B314-8477-48D1-857F-679CFC2177F3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>
                <a:solidFill>
                  <a:schemeClr val="tx1"/>
                </a:solidFill>
                <a:latin typeface="+mn-lt"/>
              </a:rPr>
              <a:t> of 75</a:t>
            </a:r>
          </a:p>
        </p:txBody>
      </p:sp>
    </p:spTree>
    <p:extLst>
      <p:ext uri="{BB962C8B-B14F-4D97-AF65-F5344CB8AC3E}">
        <p14:creationId xmlns:p14="http://schemas.microsoft.com/office/powerpoint/2010/main" val="4886628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A2BD3CB0-D778-4A85-8BAA-9E729171B3E0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>
                <a:solidFill>
                  <a:schemeClr val="tx1"/>
                </a:solidFill>
                <a:latin typeface="+mn-lt"/>
              </a:rPr>
              <a:t> of 75</a:t>
            </a:r>
          </a:p>
        </p:txBody>
      </p:sp>
    </p:spTree>
    <p:extLst>
      <p:ext uri="{BB962C8B-B14F-4D97-AF65-F5344CB8AC3E}">
        <p14:creationId xmlns:p14="http://schemas.microsoft.com/office/powerpoint/2010/main" val="35457253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Title and 3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09FDE7F6-BBC9-8CC3-CB40-B28724FF07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err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D6BED84F-1648-A661-5267-B4AD41FD9C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BB50FDEC-41D0-4D29-913A-E6551F206295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>
                <a:solidFill>
                  <a:schemeClr val="tx1"/>
                </a:solidFill>
                <a:latin typeface="+mn-lt"/>
              </a:rPr>
              <a:t> of 75</a:t>
            </a:r>
          </a:p>
        </p:txBody>
      </p:sp>
    </p:spTree>
    <p:extLst>
      <p:ext uri="{BB962C8B-B14F-4D97-AF65-F5344CB8AC3E}">
        <p14:creationId xmlns:p14="http://schemas.microsoft.com/office/powerpoint/2010/main" val="35394992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A55C34B4-681E-4FDA-A9BB-6BC31D94C8D6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A1FF4DB1-7DA6-40FB-82C7-F18A963288F0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>
                <a:solidFill>
                  <a:schemeClr val="tx1"/>
                </a:solidFill>
                <a:latin typeface="+mn-lt"/>
              </a:rPr>
              <a:t> of 75</a:t>
            </a:r>
          </a:p>
        </p:txBody>
      </p:sp>
    </p:spTree>
    <p:extLst>
      <p:ext uri="{BB962C8B-B14F-4D97-AF65-F5344CB8AC3E}">
        <p14:creationId xmlns:p14="http://schemas.microsoft.com/office/powerpoint/2010/main" val="22758992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4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44FC84B-7E22-F949-A48C-665D3900E6C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err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E1FC2882-E07D-F2B8-C050-E922C4080D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A55C34B4-681E-4FDA-A9BB-6BC31D94C8D6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E002827A-AB0D-4F01-9903-9CD778E62F0D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>
                <a:solidFill>
                  <a:schemeClr val="tx1"/>
                </a:solidFill>
                <a:latin typeface="+mn-lt"/>
              </a:rPr>
              <a:t> of 75</a:t>
            </a:r>
          </a:p>
        </p:txBody>
      </p:sp>
    </p:spTree>
    <p:extLst>
      <p:ext uri="{BB962C8B-B14F-4D97-AF65-F5344CB8AC3E}">
        <p14:creationId xmlns:p14="http://schemas.microsoft.com/office/powerpoint/2010/main" val="30449344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49048C1-340D-44C4-857B-1B201EC9A7E7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92CE9602-6581-46C0-B3F5-A782CA009594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>
                <a:solidFill>
                  <a:schemeClr val="tx1"/>
                </a:solidFill>
                <a:latin typeface="+mn-lt"/>
              </a:rPr>
              <a:t> of 75</a:t>
            </a:r>
          </a:p>
        </p:txBody>
      </p:sp>
    </p:spTree>
    <p:extLst>
      <p:ext uri="{BB962C8B-B14F-4D97-AF65-F5344CB8AC3E}">
        <p14:creationId xmlns:p14="http://schemas.microsoft.com/office/powerpoint/2010/main" val="25486120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4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CFC6A99-DACF-36D5-6C3E-4DC5345A9049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err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7AA30C5B-96B9-3D1E-B8FE-49DE04E538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49048C1-340D-44C4-857B-1B201EC9A7E7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ED195CF6-9DD1-4EEA-9F26-C4994DADCC50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>
                <a:solidFill>
                  <a:schemeClr val="tx1"/>
                </a:solidFill>
                <a:latin typeface="+mn-lt"/>
              </a:rPr>
              <a:t> of 75</a:t>
            </a:r>
          </a:p>
        </p:txBody>
      </p:sp>
    </p:spTree>
    <p:extLst>
      <p:ext uri="{BB962C8B-B14F-4D97-AF65-F5344CB8AC3E}">
        <p14:creationId xmlns:p14="http://schemas.microsoft.com/office/powerpoint/2010/main" val="3574322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8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089CBEB5-348B-49F3-8F8B-FDEE08950E37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1EACAEAD-EEA5-463F-A3FD-817274437877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>
                <a:solidFill>
                  <a:schemeClr val="tx1"/>
                </a:solidFill>
                <a:latin typeface="+mn-lt"/>
              </a:rPr>
              <a:t> of 75</a:t>
            </a:r>
          </a:p>
        </p:txBody>
      </p:sp>
    </p:spTree>
    <p:extLst>
      <p:ext uri="{BB962C8B-B14F-4D97-AF65-F5344CB8AC3E}">
        <p14:creationId xmlns:p14="http://schemas.microsoft.com/office/powerpoint/2010/main" val="14369881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8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3573FEDA-98AE-F7E3-43DF-75A830443C4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err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AFF8CACC-7FD5-4CBA-651F-A83C83174B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089CBEB5-348B-49F3-8F8B-FDEE08950E37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1933A2E8-D838-41E4-A812-AA1A1970D4BE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>
                <a:solidFill>
                  <a:schemeClr val="tx1"/>
                </a:solidFill>
                <a:latin typeface="+mn-lt"/>
              </a:rPr>
              <a:t> of 75</a:t>
            </a:r>
          </a:p>
        </p:txBody>
      </p:sp>
    </p:spTree>
    <p:extLst>
      <p:ext uri="{BB962C8B-B14F-4D97-AF65-F5344CB8AC3E}">
        <p14:creationId xmlns:p14="http://schemas.microsoft.com/office/powerpoint/2010/main" val="34220952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logo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_TM">
            <a:extLst>
              <a:ext uri="{FF2B5EF4-FFF2-40B4-BE49-F238E27FC236}">
                <a16:creationId xmlns:a16="http://schemas.microsoft.com/office/drawing/2014/main" id="{B200748E-0B61-48E1-8B47-504C30250995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074195" y="5004940"/>
            <a:ext cx="6045994" cy="347472"/>
          </a:xfrm>
          <a:prstGeom prst="rect">
            <a:avLst/>
          </a:prstGeom>
        </p:spPr>
        <p:txBody>
          <a:bodyPr rIns="7200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Use this space for relevant Ericsson URLs or hashtags</a:t>
            </a:r>
          </a:p>
        </p:txBody>
      </p:sp>
      <p:pic>
        <p:nvPicPr>
          <p:cNvPr id="2" name="image">
            <a:extLst>
              <a:ext uri="{FF2B5EF4-FFF2-40B4-BE49-F238E27FC236}">
                <a16:creationId xmlns:a16="http://schemas.microsoft.com/office/drawing/2014/main" id="{3DDE3DF2-4191-6EC8-7BFC-F1AAA9CFC1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177" y="2259975"/>
            <a:ext cx="2120176" cy="2121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1685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logo end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000C8FCC-57E5-3E43-E21A-B3EDA1DB3E60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err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6944A971-8DF1-600E-1D36-CB1EC2440F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177" y="2260680"/>
            <a:ext cx="2119473" cy="2120400"/>
          </a:xfrm>
          <a:prstGeom prst="rect">
            <a:avLst/>
          </a:prstGeom>
        </p:spPr>
      </p:pic>
      <p:sp>
        <p:nvSpPr>
          <p:cNvPr id="2" name="SubTitle_TM">
            <a:extLst>
              <a:ext uri="{FF2B5EF4-FFF2-40B4-BE49-F238E27FC236}">
                <a16:creationId xmlns:a16="http://schemas.microsoft.com/office/drawing/2014/main" id="{FCF1ABC6-0A4C-6C18-E8A5-415153FD00B6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074195" y="5004940"/>
            <a:ext cx="6045994" cy="347472"/>
          </a:xfrm>
          <a:prstGeom prst="rect">
            <a:avLst/>
          </a:prstGeom>
        </p:spPr>
        <p:txBody>
          <a:bodyPr rIns="7200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Use this space for relevant Ericsson URLs or hashtags</a:t>
            </a:r>
          </a:p>
        </p:txBody>
      </p:sp>
    </p:spTree>
    <p:extLst>
      <p:ext uri="{BB962C8B-B14F-4D97-AF65-F5344CB8AC3E}">
        <p14:creationId xmlns:p14="http://schemas.microsoft.com/office/powerpoint/2010/main" val="30271482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bedded charac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AF35DD-3E5E-42CB-AFA5-5E09E14F72A4}"/>
              </a:ext>
            </a:extLst>
          </p:cNvPr>
          <p:cNvSpPr txBox="1"/>
          <p:nvPr userDrawn="1"/>
        </p:nvSpPr>
        <p:spPr bwMode="auto">
          <a:xfrm>
            <a:off x="479425" y="142897"/>
            <a:ext cx="11233149" cy="6561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r>
              <a:rPr lang="en-US" sz="1400" b="1">
                <a:solidFill>
                  <a:schemeClr val="tx1"/>
                </a:solidFill>
                <a:latin typeface="+mn-lt"/>
              </a:rPr>
              <a:t>This Master Slide is to ensure that all our characters are embedded with the presentation. Should not be used in a presentation.</a:t>
            </a:r>
            <a:endParaRPr lang="en-US"/>
          </a:p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endParaRPr lang="en-US" sz="1400" b="1">
              <a:solidFill>
                <a:schemeClr val="tx1"/>
              </a:solidFill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u="sng" err="1">
                <a:solidFill>
                  <a:schemeClr val="tx1"/>
                </a:solidFill>
                <a:latin typeface="Ericsson Hilda ExtraLight" panose="00000300000000000000" pitchFamily="2" charset="0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Ericsson Hilda ExtraLight" panose="00000300000000000000" pitchFamily="2" charset="0"/>
              </a:rPr>
              <a:t>(</a:t>
            </a:r>
            <a:r>
              <a:rPr lang="en-US" sz="1200" u="sng" err="1">
                <a:solidFill>
                  <a:schemeClr val="tx1"/>
                </a:solidFill>
                <a:latin typeface="Ericsson Hilda ExtraLight" panose="00000300000000000000" pitchFamily="2" charset="0"/>
              </a:rPr>
              <a:t>ExtraLight</a:t>
            </a:r>
            <a:r>
              <a:rPr lang="en-US" sz="1200" u="sng">
                <a:solidFill>
                  <a:schemeClr val="tx1"/>
                </a:solidFill>
                <a:latin typeface="Ericsson Hilda ExtraLight" panose="00000300000000000000" pitchFamily="2" charset="0"/>
              </a:rPr>
              <a:t>):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kern="1200">
                <a:solidFill>
                  <a:schemeClr val="tx1"/>
                </a:solidFill>
                <a:latin typeface="Ericsson Hilda ExtraLight" panose="00000300000000000000" pitchFamily="2" charset="0"/>
                <a:ea typeface="+mn-ea"/>
                <a:cs typeface="+mn-cs"/>
              </a:rPr>
              <a:t>Čč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u="sng" err="1">
                <a:solidFill>
                  <a:schemeClr val="tx1"/>
                </a:solidFill>
                <a:latin typeface="+mj-lt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+mj-lt"/>
              </a:rPr>
              <a:t>(Light):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Čč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</a:t>
            </a:r>
            <a:r>
              <a:rPr lang="en-US" sz="1200">
                <a:solidFill>
                  <a:schemeClr val="tx1"/>
                </a:solidFill>
                <a:latin typeface="Ericsson Hilda Light" panose="00000400000000000000" pitchFamily="2" charset="0"/>
              </a:rPr>
              <a:t>●</a:t>
            </a:r>
            <a:endParaRPr lang="en-US" sz="1200">
              <a:solidFill>
                <a:schemeClr val="tx1"/>
              </a:solidFill>
            </a:endParaRPr>
          </a:p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r>
              <a:rPr lang="en-US" sz="1200" u="sng" err="1">
                <a:solidFill>
                  <a:schemeClr val="tx1"/>
                </a:solidFill>
                <a:latin typeface="+mn-lt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+mn-lt"/>
              </a:rPr>
              <a:t>(Regular):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{|}~¡¢£¤¥¦§¨©ª«¬®¯°±²³´¶·¸¹º»¼½ÀÁÂÃÄÅÆÇÈËÌÍÎÏÐÑÒÓÔÕÖ×ØÙÚÛÜÝÞßàáâãäåæçèéêëìíîïðñòóôõö÷øùúûüýþÿĀāĂăąĆćĊċČč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 u="sng" err="1">
                <a:solidFill>
                  <a:schemeClr val="tx1"/>
                </a:solidFill>
                <a:latin typeface="+mj-lt"/>
              </a:rPr>
              <a:t>EricssonHildaLight+Bold</a:t>
            </a:r>
            <a:r>
              <a:rPr lang="en-US" sz="1200" b="1" u="sng">
                <a:solidFill>
                  <a:schemeClr val="tx1"/>
                </a:solidFill>
                <a:latin typeface="+mj-lt"/>
              </a:rPr>
              <a:t>(Medium):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!"#$%&amp;'()*+,./0123456789:;&lt;=&gt;?@ABCDEFGHIJKLMNOPQRSTUVWXYZ[\]^_`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abcdefghijklmnopqrstuvwxyz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Čč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ẀẁẃẄẅỲỳ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ﬁﬂΆΈΉΊΌΎΏΐΑΒΓΕΖΗΘΙΚΛΜΝΞΟΠΡΣΤΥΦΧΨΪΫΆΈΉΊΰ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</a:t>
            </a:r>
            <a:r>
              <a:rPr lang="en-US" sz="1200" b="1">
                <a:solidFill>
                  <a:schemeClr val="tx1"/>
                </a:solidFill>
                <a:latin typeface="Ericsson Hilda Light" panose="00000400000000000000" pitchFamily="2" charset="0"/>
              </a:rPr>
              <a:t>●</a:t>
            </a:r>
            <a:endParaRPr lang="en-US" sz="1200" b="1">
              <a:solidFill>
                <a:schemeClr val="tx1"/>
              </a:solidFill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 u="sng" err="1">
                <a:solidFill>
                  <a:schemeClr val="tx1"/>
                </a:solidFill>
                <a:latin typeface="+mn-lt"/>
              </a:rPr>
              <a:t>EricssonHilda+Bold</a:t>
            </a:r>
            <a:r>
              <a:rPr lang="en-US" sz="1200" b="1" u="sng">
                <a:solidFill>
                  <a:schemeClr val="tx1"/>
                </a:solidFill>
                <a:latin typeface="+mn-lt"/>
              </a:rPr>
              <a:t>(Bold):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!"#$%&amp;'()*+,./0123456789:;&lt;=&gt;?@ABCDEFGHIJKLMNOPQRSTUVWXYZ[\]^_`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abcdefghijklmnopqrstuvwxyz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{|}~¡¢£¤¥¦§¨©ª«¬®¯°±²³´¶·¸¹º»¼½ÀÁÂÃÄÅÆÇÈËÌÍÎÏÐÑÒÓÔÕÖ×ØÙÚÛÜÝÞßàáâãäåæçèéêëìíîïðñòóôõö÷øùúûüýþÿĀāĂăąĆćĊċČčĎďĐđĒĖėĘęĚěĞğĠġĢģĪīĮįİıĶķĹĺĻļĽľŁłŃńŅņŇňŌŐőŒœŔŕŖŗŘřŚśŞşŠšŢţŤťŪūŮůŰűŲųŴŵŶŷŸŹźŻżŽžƒȘșˆˇ˘˙˚˛˜˝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ẀẁẃẄẅỲỳ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ﬁﬂΆΈΉΊΌΎΏΐΑΒΓΕΖΗΘΙΚΛΜΝΞΟΠΡΣΤΥΦΧΨΪΫΆΈΉΊΰ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 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0" u="sng" err="1">
                <a:solidFill>
                  <a:schemeClr val="tx1"/>
                </a:solidFill>
                <a:latin typeface="Ericsson Hilda ExtraBold" panose="00000900000000000000" pitchFamily="2" charset="0"/>
              </a:rPr>
              <a:t>EricssonHilda</a:t>
            </a:r>
            <a:r>
              <a:rPr lang="en-US" sz="1200" b="0" u="sng">
                <a:solidFill>
                  <a:schemeClr val="tx1"/>
                </a:solidFill>
                <a:latin typeface="Ericsson Hilda ExtraBold" panose="00000900000000000000" pitchFamily="2" charset="0"/>
              </a:rPr>
              <a:t>(</a:t>
            </a:r>
            <a:r>
              <a:rPr lang="en-US" sz="1200" b="0" u="sng" err="1">
                <a:solidFill>
                  <a:schemeClr val="tx1"/>
                </a:solidFill>
                <a:latin typeface="Ericsson Hilda ExtraBold" panose="00000900000000000000" pitchFamily="2" charset="0"/>
              </a:rPr>
              <a:t>ExtraBold</a:t>
            </a:r>
            <a:r>
              <a:rPr lang="en-US" sz="1200" b="0" u="sng">
                <a:solidFill>
                  <a:schemeClr val="tx1"/>
                </a:solidFill>
                <a:latin typeface="Ericsson Hilda ExtraBold" panose="00000900000000000000" pitchFamily="2" charset="0"/>
              </a:rPr>
              <a:t>):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!"#$%&amp;'()*+,./0123456789:;&lt;=&gt;?@ABCDEFGHIJKLMNOPQRSTUVWXYZ[\]^_`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abcdefghijklmnopqrstuvwxyz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b="0" kern="1200">
                <a:solidFill>
                  <a:schemeClr val="tx1"/>
                </a:solidFill>
                <a:latin typeface="Ericsson Hilda ExtraBold" panose="00000900000000000000" pitchFamily="2" charset="0"/>
                <a:ea typeface="+mn-ea"/>
                <a:cs typeface="+mn-cs"/>
              </a:rPr>
              <a:t>Čč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ẀẁẃẄẅỲỳ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ﬁﬂΆΈΉΊΌΎΏΐΑΒΓΕΖΗΘΙΚΛΜΝΞΟΠΡΣΤΥΦΧΨΪΫΆΈΉΊΰ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endParaRPr lang="en-US" sz="1200" b="1">
              <a:solidFill>
                <a:schemeClr val="tx1"/>
              </a:solidFill>
              <a:latin typeface="Ericsson Technical Ico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>
                <a:solidFill>
                  <a:schemeClr val="tx1"/>
                </a:solidFill>
                <a:latin typeface="Ericsson Technical Icons" panose="00000500000000000000" pitchFamily="2" charset="0"/>
              </a:rPr>
              <a:t>B C D F G H I L M O P R S W X b c d f g h I l m o p r s w x</a:t>
            </a:r>
            <a:endParaRPr lang="en-US" sz="1200" b="1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104705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1 smalle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8353426" cy="439261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741480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_SM"/>
          <p:cNvSpPr>
            <a:spLocks noGrp="1" noChangeArrowheads="1"/>
          </p:cNvSpPr>
          <p:nvPr>
            <p:ph type="title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83145CE-A2DE-4236-A4F9-8AE088671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844674"/>
            <a:ext cx="11233150" cy="4392613"/>
          </a:xfrm>
          <a:prstGeom prst="rect">
            <a:avLst/>
          </a:prstGeom>
        </p:spPr>
        <p:txBody>
          <a:bodyPr vert="horz" lIns="72000" tIns="36000" rIns="72000" bIns="3600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ADDB58AC-4EFC-E7F9-0735-7729D36BFF82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064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10" r:id="rId2"/>
    <p:sldLayoutId id="2147483707" r:id="rId3"/>
    <p:sldLayoutId id="2147483709" r:id="rId4"/>
    <p:sldLayoutId id="2147483673" r:id="rId5"/>
    <p:sldLayoutId id="2147483712" r:id="rId6"/>
    <p:sldLayoutId id="2147483706" r:id="rId7"/>
    <p:sldLayoutId id="2147483713" r:id="rId8"/>
    <p:sldLayoutId id="2147483694" r:id="rId9"/>
    <p:sldLayoutId id="2147483714" r:id="rId10"/>
    <p:sldLayoutId id="2147483675" r:id="rId11"/>
    <p:sldLayoutId id="2147483716" r:id="rId12"/>
    <p:sldLayoutId id="2147483696" r:id="rId13"/>
    <p:sldLayoutId id="2147483715" r:id="rId14"/>
    <p:sldLayoutId id="2147483678" r:id="rId15"/>
    <p:sldLayoutId id="2147483717" r:id="rId16"/>
    <p:sldLayoutId id="2147483690" r:id="rId17"/>
    <p:sldLayoutId id="2147483718" r:id="rId18"/>
    <p:sldLayoutId id="2147483681" r:id="rId19"/>
    <p:sldLayoutId id="2147483719" r:id="rId20"/>
    <p:sldLayoutId id="2147483692" r:id="rId21"/>
    <p:sldLayoutId id="2147483720" r:id="rId22"/>
    <p:sldLayoutId id="2147483705" r:id="rId23"/>
    <p:sldLayoutId id="2147483721" r:id="rId24"/>
  </p:sldLayoutIdLst>
  <p:hf sldNum="0" hdr="0" ftr="0" dt="0"/>
  <p:txStyles>
    <p:titleStyle>
      <a:lvl1pPr algn="l" rtl="0" eaLnBrk="1" fontAlgn="base" hangingPunct="1">
        <a:lnSpc>
          <a:spcPct val="85000"/>
        </a:lnSpc>
        <a:spcBef>
          <a:spcPts val="300"/>
        </a:spcBef>
        <a:spcAft>
          <a:spcPct val="0"/>
        </a:spcAft>
        <a:defRPr sz="4000" kern="1400" spc="-16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9pPr>
    </p:titleStyle>
    <p:bodyStyle>
      <a:lvl1pPr marL="265113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3050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–"/>
        <a:defRPr sz="2000" kern="1000" spc="-30">
          <a:solidFill>
            <a:schemeClr val="tx1"/>
          </a:solidFill>
          <a:latin typeface="+mn-lt"/>
        </a:defRPr>
      </a:lvl2pPr>
      <a:lvl3pPr marL="803275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</a:defRPr>
      </a:lvl3pPr>
      <a:lvl4pPr marL="1076325" indent="-273050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–"/>
        <a:defRPr sz="2000" kern="1000" spc="-30">
          <a:solidFill>
            <a:schemeClr val="tx1"/>
          </a:solidFill>
          <a:latin typeface="+mn-lt"/>
        </a:defRPr>
      </a:lvl4pPr>
      <a:lvl5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</a:defRPr>
      </a:lvl5pPr>
      <a:lvl6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6pPr>
      <a:lvl7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7pPr>
      <a:lvl8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8pPr>
      <a:lvl9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0">
          <p15:clr>
            <a:srgbClr val="A4A3A4"/>
          </p15:clr>
        </p15:guide>
        <p15:guide id="2" pos="302">
          <p15:clr>
            <a:srgbClr val="A4A3A4"/>
          </p15:clr>
        </p15:guide>
        <p15:guide id="3" pos="1935">
          <p15:clr>
            <a:srgbClr val="A4A3A4"/>
          </p15:clr>
        </p15:guide>
        <p15:guide id="4" orient="horz" pos="981">
          <p15:clr>
            <a:srgbClr val="A4A3A4"/>
          </p15:clr>
        </p15:guide>
        <p15:guide id="6" pos="2116">
          <p15:clr>
            <a:srgbClr val="A4A3A4"/>
          </p15:clr>
        </p15:guide>
        <p15:guide id="7" pos="3931">
          <p15:clr>
            <a:srgbClr val="A4A3A4"/>
          </p15:clr>
        </p15:guide>
        <p15:guide id="9" pos="3749">
          <p15:clr>
            <a:srgbClr val="A4A3A4"/>
          </p15:clr>
        </p15:guide>
        <p15:guide id="10" pos="5564">
          <p15:clr>
            <a:srgbClr val="A4A3A4"/>
          </p15:clr>
        </p15:guide>
        <p15:guide id="12" pos="5745">
          <p15:clr>
            <a:srgbClr val="A4A3A4"/>
          </p15:clr>
        </p15:guide>
        <p15:guide id="13" pos="7378">
          <p15:clr>
            <a:srgbClr val="A4A3A4"/>
          </p15:clr>
        </p15:guide>
        <p15:guide id="16" orient="horz" pos="2478">
          <p15:clr>
            <a:srgbClr val="A4A3A4"/>
          </p15:clr>
        </p15:guide>
        <p15:guide id="17" orient="horz" pos="2614">
          <p15:clr>
            <a:srgbClr val="A4A3A4"/>
          </p15:clr>
        </p15:guide>
        <p15:guide id="18" orient="horz" pos="3929">
          <p15:clr>
            <a:srgbClr val="A4A3A4"/>
          </p15:clr>
        </p15:guide>
        <p15:guide id="19" orient="horz" pos="4110">
          <p15:clr>
            <a:srgbClr val="A4A3A4"/>
          </p15:clr>
        </p15:guide>
        <p15:guide id="20" orient="horz" pos="1162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9.xml"/><Relationship Id="rId1" Type="http://schemas.openxmlformats.org/officeDocument/2006/relationships/customXml" Target="../../customXml/item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hemeOverride" Target="../theme/themeOverride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customXml" Target="../../customXml/item1.xml"/><Relationship Id="rId1" Type="http://schemas.openxmlformats.org/officeDocument/2006/relationships/customXml" Target="../../customXml/item7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D5CE7D-CCF0-44B0-843A-8D46859C44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424" y="476250"/>
            <a:ext cx="10174061" cy="2424994"/>
          </a:xfrm>
          <a:ln>
            <a:noFill/>
          </a:ln>
        </p:spPr>
        <p:txBody>
          <a:bodyPr/>
          <a:lstStyle/>
          <a:p>
            <a:r>
              <a:rPr lang="en-US" sz="6000"/>
              <a:t>Master Thesis:</a:t>
            </a:r>
            <a:r>
              <a:rPr lang="en-US" sz="1200"/>
              <a:t>  </a:t>
            </a:r>
            <a:r>
              <a:rPr lang="en-US" sz="6000"/>
              <a:t>Prediction of L3 Handover Event using 3, 4 and 6 features with Machine Learning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A927E07-3624-45B8-934B-C229726CA8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424" y="3620336"/>
            <a:ext cx="7287331" cy="2643664"/>
          </a:xfrm>
          <a:ln>
            <a:noFill/>
          </a:ln>
        </p:spPr>
        <p:txBody>
          <a:bodyPr/>
          <a:lstStyle/>
          <a:p>
            <a:pPr defTabSz="914400">
              <a:lnSpc>
                <a:spcPct val="90000"/>
              </a:lnSpc>
              <a:spcAft>
                <a:spcPts val="601"/>
              </a:spcAft>
            </a:pPr>
            <a:r>
              <a:rPr lang="en-US" sz="2000"/>
              <a:t>Soulaimene Jaoua – MSc Student, Linköping University</a:t>
            </a:r>
          </a:p>
          <a:p>
            <a:pPr defTabSz="914400">
              <a:lnSpc>
                <a:spcPct val="90000"/>
              </a:lnSpc>
              <a:spcAft>
                <a:spcPts val="601"/>
              </a:spcAft>
            </a:pPr>
            <a:r>
              <a:rPr lang="en-US" sz="2000"/>
              <a:t>Supervisors: Rida Khan, </a:t>
            </a:r>
            <a:r>
              <a:rPr lang="en-US" sz="2000" err="1"/>
              <a:t>Eunjeong</a:t>
            </a:r>
            <a:r>
              <a:rPr lang="en-US" sz="2000"/>
              <a:t> Jeong </a:t>
            </a:r>
          </a:p>
          <a:p>
            <a:pPr defTabSz="914400">
              <a:lnSpc>
                <a:spcPct val="90000"/>
              </a:lnSpc>
              <a:spcAft>
                <a:spcPts val="601"/>
              </a:spcAft>
            </a:pPr>
            <a:r>
              <a:rPr lang="en-US" sz="2000"/>
              <a:t>Examiner: Nikolaos Pappas</a:t>
            </a:r>
          </a:p>
          <a:p>
            <a:pPr>
              <a:spcAft>
                <a:spcPts val="600"/>
              </a:spcAft>
            </a:pPr>
            <a:endParaRPr lang="en-US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8DE8B4-7BAB-4C18-A0E5-01D3A11D374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ln>
            <a:noFill/>
          </a:ln>
        </p:spPr>
        <p:txBody>
          <a:bodyPr/>
          <a:lstStyle/>
          <a:p>
            <a:r>
              <a:rPr lang="en-US"/>
              <a:t>Soulaimene Jaoua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7EB691-17C6-4220-AA5E-2F3518AF8CC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229600" y="6264000"/>
            <a:ext cx="2515041" cy="262800"/>
          </a:xfrm>
          <a:ln>
            <a:noFill/>
          </a:ln>
        </p:spPr>
        <p:txBody>
          <a:bodyPr/>
          <a:lstStyle/>
          <a:p>
            <a:r>
              <a:rPr lang="en-US"/>
              <a:t>Ericsson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BF70DC3-66C9-451C-917E-BA44956D1DB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811951" y="6264000"/>
            <a:ext cx="897503" cy="262800"/>
          </a:xfrm>
          <a:ln>
            <a:noFill/>
          </a:ln>
        </p:spPr>
        <p:txBody>
          <a:bodyPr/>
          <a:lstStyle/>
          <a:p>
            <a:r>
              <a:rPr lang="en-US"/>
              <a:t>2025-06-10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406416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A8C9D-1AF3-3719-8067-AEBE9EA15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0521950" cy="1081088"/>
          </a:xfrm>
        </p:spPr>
        <p:txBody>
          <a:bodyPr wrap="square" anchor="t">
            <a:normAutofit/>
          </a:bodyPr>
          <a:lstStyle/>
          <a:p>
            <a:r>
              <a:rPr lang="en-US"/>
              <a:t>Objective and context</a:t>
            </a:r>
            <a:endParaRPr lang="en-S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D0A260D-DD61-1DB9-D890-C71FF35E1A4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72000" tIns="36000" rIns="72000" bIns="36000" rtlCol="0" anchor="t">
            <a:noAutofit/>
          </a:bodyPr>
          <a:lstStyle/>
          <a:p>
            <a:pPr marL="264795" indent="-264795"/>
            <a:r>
              <a:rPr lang="en-US" dirty="0"/>
              <a:t>Goal: </a:t>
            </a:r>
          </a:p>
          <a:p>
            <a:pPr marL="537845" lvl="1">
              <a:buFont typeface="Courier New" panose="00000500000000000000" pitchFamily="2" charset="0"/>
              <a:buChar char="o"/>
            </a:pPr>
            <a:r>
              <a:rPr lang="en-US" dirty="0"/>
              <a:t>Predict L3 handover events using simulation database (</a:t>
            </a:r>
            <a:r>
              <a:rPr lang="en-US" dirty="0" err="1"/>
              <a:t>db</a:t>
            </a:r>
            <a:r>
              <a:rPr lang="en-US" dirty="0"/>
              <a:t>) files.</a:t>
            </a:r>
          </a:p>
          <a:p>
            <a:pPr marL="264795" indent="-264795"/>
            <a:r>
              <a:rPr lang="en-US" dirty="0"/>
              <a:t>Source: </a:t>
            </a:r>
          </a:p>
          <a:p>
            <a:pPr marL="537845" lvl="1">
              <a:buFont typeface="Courier New" panose="00000500000000000000" pitchFamily="2" charset="0"/>
              <a:buChar char="o"/>
            </a:pPr>
            <a:r>
              <a:rPr lang="en-US" dirty="0" err="1"/>
              <a:t>db</a:t>
            </a:r>
            <a:r>
              <a:rPr lang="en-US" dirty="0"/>
              <a:t> file data from 30 different seeds simulating “Pedestrian” and “Vehicular” mobility scenarios.</a:t>
            </a:r>
          </a:p>
          <a:p>
            <a:pPr marL="264795" indent="-264795"/>
            <a:r>
              <a:rPr lang="en-US" dirty="0"/>
              <a:t>Approach: </a:t>
            </a:r>
          </a:p>
          <a:p>
            <a:pPr marL="537845" lvl="1">
              <a:buFont typeface="Courier New" panose="00000500000000000000" pitchFamily="2" charset="0"/>
              <a:buChar char="o"/>
            </a:pPr>
            <a:r>
              <a:rPr lang="en-US" dirty="0"/>
              <a:t>ML pipeline using two supervised learning models “</a:t>
            </a:r>
            <a:r>
              <a:rPr lang="en-US" dirty="0" err="1"/>
              <a:t>XGBoost</a:t>
            </a:r>
            <a:r>
              <a:rPr lang="en-US" dirty="0"/>
              <a:t>" and "Random Forest".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080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53984-5A3B-057C-DD25-94A554E01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L3-handover Triggering – RRC-Based Mobility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643C2-BAC5-4C62-244C-8C718C58988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A869C54-B242-2092-13D2-748033DD2102}"/>
              </a:ext>
            </a:extLst>
          </p:cNvPr>
          <p:cNvSpPr/>
          <p:nvPr/>
        </p:nvSpPr>
        <p:spPr>
          <a:xfrm>
            <a:off x="511230" y="2015613"/>
            <a:ext cx="2243082" cy="198367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spcBef>
                <a:spcPts val="800"/>
              </a:spcBef>
              <a:buAutoNum type="arabicPeriod"/>
            </a:pPr>
            <a:r>
              <a:rPr lang="en-US" b="1">
                <a:solidFill>
                  <a:schemeClr val="tx1"/>
                </a:solidFill>
              </a:rPr>
              <a:t>Measurement Configuration:</a:t>
            </a:r>
          </a:p>
          <a:p>
            <a:pPr algn="ctr">
              <a:spcBef>
                <a:spcPts val="800"/>
              </a:spcBef>
            </a:pPr>
            <a:r>
              <a:rPr lang="en-US">
                <a:solidFill>
                  <a:schemeClr val="tx1"/>
                </a:solidFill>
              </a:rPr>
              <a:t>The UE is configured to monitor signal strength/ quality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EB21755-C4F9-8CEE-AB1B-38C8FA7D190B}"/>
              </a:ext>
            </a:extLst>
          </p:cNvPr>
          <p:cNvSpPr/>
          <p:nvPr/>
        </p:nvSpPr>
        <p:spPr>
          <a:xfrm>
            <a:off x="3380188" y="2015613"/>
            <a:ext cx="2243082" cy="198367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algn="ctr">
              <a:spcBef>
                <a:spcPts val="800"/>
              </a:spcBef>
            </a:pPr>
            <a:r>
              <a:rPr lang="en-US" b="1">
                <a:solidFill>
                  <a:schemeClr val="tx1"/>
                </a:solidFill>
              </a:rPr>
              <a:t>2. Measurement Configuration:</a:t>
            </a:r>
          </a:p>
          <a:p>
            <a:pPr algn="ctr">
              <a:spcBef>
                <a:spcPts val="800"/>
              </a:spcBef>
            </a:pPr>
            <a:r>
              <a:rPr lang="en-US">
                <a:solidFill>
                  <a:schemeClr val="tx1"/>
                </a:solidFill>
              </a:rPr>
              <a:t>The UE monitors signal and sends reports when conditions are met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95B2C0E-38C2-37D1-E143-43ED8798A90C}"/>
              </a:ext>
            </a:extLst>
          </p:cNvPr>
          <p:cNvSpPr/>
          <p:nvPr/>
        </p:nvSpPr>
        <p:spPr>
          <a:xfrm>
            <a:off x="9199003" y="2015613"/>
            <a:ext cx="2240280" cy="198367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lang="en-US" b="1">
                <a:solidFill>
                  <a:schemeClr val="tx1"/>
                </a:solidFill>
              </a:rPr>
              <a:t>4. Handover Execution:</a:t>
            </a:r>
          </a:p>
          <a:p>
            <a:pPr algn="ctr">
              <a:spcBef>
                <a:spcPts val="800"/>
              </a:spcBef>
            </a:pPr>
            <a:r>
              <a:rPr lang="en-US">
                <a:solidFill>
                  <a:schemeClr val="tx1"/>
                </a:solidFill>
              </a:rPr>
              <a:t>The UE connects to the target cell via RRC signaling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B663693-3A3B-2A56-7751-3FE8DD460A19}"/>
              </a:ext>
            </a:extLst>
          </p:cNvPr>
          <p:cNvSpPr/>
          <p:nvPr/>
        </p:nvSpPr>
        <p:spPr>
          <a:xfrm>
            <a:off x="6366277" y="1717440"/>
            <a:ext cx="2207151" cy="25579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/>
          <a:lstStyle/>
          <a:p>
            <a:pPr algn="ctr">
              <a:spcBef>
                <a:spcPts val="800"/>
              </a:spcBef>
            </a:pPr>
            <a:r>
              <a:rPr lang="en-US" b="1" dirty="0">
                <a:solidFill>
                  <a:schemeClr val="tx1"/>
                </a:solidFill>
              </a:rPr>
              <a:t>3. Handover Decision:</a:t>
            </a:r>
          </a:p>
          <a:p>
            <a:pPr algn="ctr">
              <a:spcBef>
                <a:spcPts val="800"/>
              </a:spcBef>
            </a:pPr>
            <a:r>
              <a:rPr lang="en-US" dirty="0">
                <a:solidFill>
                  <a:schemeClr val="tx1"/>
                </a:solidFill>
              </a:rPr>
              <a:t>The source base station evaluates report and makes a decision to send  RRC HO Command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60F69A1-C473-5457-39E7-BF18B1CBDE09}"/>
              </a:ext>
            </a:extLst>
          </p:cNvPr>
          <p:cNvCxnSpPr>
            <a:stCxn id="8" idx="3"/>
            <a:endCxn id="9" idx="1"/>
          </p:cNvCxnSpPr>
          <p:nvPr/>
        </p:nvCxnSpPr>
        <p:spPr bwMode="auto">
          <a:xfrm>
            <a:off x="2754312" y="3007449"/>
            <a:ext cx="625876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E16873E-482C-54A5-DD83-01B56672BFAC}"/>
              </a:ext>
            </a:extLst>
          </p:cNvPr>
          <p:cNvCxnSpPr>
            <a:stCxn id="9" idx="3"/>
            <a:endCxn id="11" idx="1"/>
          </p:cNvCxnSpPr>
          <p:nvPr/>
        </p:nvCxnSpPr>
        <p:spPr bwMode="auto">
          <a:xfrm flipV="1">
            <a:off x="5623270" y="2996405"/>
            <a:ext cx="743007" cy="1104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CF0CD05-0899-9C04-CC25-D15923298945}"/>
              </a:ext>
            </a:extLst>
          </p:cNvPr>
          <p:cNvCxnSpPr>
            <a:stCxn id="11" idx="3"/>
            <a:endCxn id="10" idx="1"/>
          </p:cNvCxnSpPr>
          <p:nvPr/>
        </p:nvCxnSpPr>
        <p:spPr bwMode="auto">
          <a:xfrm>
            <a:off x="8573428" y="2996405"/>
            <a:ext cx="625575" cy="1104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6DEE3F0-50B5-B8CB-7178-0FBA0776E113}"/>
              </a:ext>
            </a:extLst>
          </p:cNvPr>
          <p:cNvSpPr txBox="1"/>
          <p:nvPr/>
        </p:nvSpPr>
        <p:spPr>
          <a:xfrm>
            <a:off x="2351526" y="4804281"/>
            <a:ext cx="9086573" cy="914400"/>
          </a:xfrm>
          <a:prstGeom prst="rect">
            <a:avLst/>
          </a:prstGeom>
        </p:spPr>
        <p:txBody>
          <a:bodyPr vert="horz" wrap="none" lIns="72000" tIns="36000" rIns="72000" bIns="36000" rtlCol="0" anchor="t"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000" b="0" i="0" u="none" strike="noStrike" kern="1000" cap="none" spc="-3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Database (</a:t>
            </a:r>
            <a:r>
              <a:rPr kumimoji="0" lang="en-US" sz="2000" b="0" i="0" u="none" strike="noStrike" kern="1000" cap="none" spc="-30" normalizeH="0" baseline="0" noProof="0" dirty="0" err="1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db</a:t>
            </a:r>
            <a:r>
              <a:rPr kumimoji="0" lang="en-US" sz="2000" b="0" i="0" u="none" strike="noStrike" kern="1000" cap="none" spc="-3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files are generated for the L3-mobility scenario</a:t>
            </a:r>
            <a:endParaRPr kumimoji="0" lang="en-SE" sz="2000" b="0" i="0" u="none" strike="noStrike" kern="1000" cap="none" spc="-30" normalizeH="0" baseline="0" noProof="0" dirty="0">
              <a:ln>
                <a:noFill/>
              </a:ln>
              <a:solidFill>
                <a:srgbClr val="24242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812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BF22D-377A-EF16-A1C3-F866CD844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Machine learning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05871-6A8A-77C9-1D32-F64FE86F507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1796037"/>
            <a:ext cx="11233150" cy="4643909"/>
          </a:xfrm>
        </p:spPr>
        <p:txBody>
          <a:bodyPr vert="horz" lIns="72000" tIns="36000" rIns="72000" bIns="36000" rtlCol="0" anchor="t">
            <a:noAutofit/>
          </a:bodyPr>
          <a:lstStyle/>
          <a:p>
            <a:pPr marL="264795" indent="-264795"/>
            <a:r>
              <a:rPr lang="en-US" b="1" dirty="0" err="1"/>
              <a:t>XGBoost</a:t>
            </a:r>
            <a:r>
              <a:rPr lang="en-US" b="1" dirty="0"/>
              <a:t> Classifier:</a:t>
            </a:r>
          </a:p>
          <a:p>
            <a:pPr marL="537845" lvl="1">
              <a:buFont typeface="Courier New" panose="05000000000000000000" pitchFamily="2" charset="2"/>
              <a:buChar char="o"/>
            </a:pPr>
            <a:r>
              <a:rPr lang="en-US" dirty="0"/>
              <a:t>Applied for supervised learning to classify handover is happening in the files.</a:t>
            </a:r>
          </a:p>
          <a:p>
            <a:pPr marL="537845" lvl="1">
              <a:buFont typeface="Courier New" panose="05000000000000000000" pitchFamily="2" charset="2"/>
              <a:buChar char="o"/>
            </a:pPr>
            <a:r>
              <a:rPr lang="en-US" dirty="0"/>
              <a:t>Learns</a:t>
            </a:r>
            <a:r>
              <a:rPr lang="en-US" dirty="0">
                <a:ea typeface="+mn-lt"/>
                <a:cs typeface="+mn-lt"/>
              </a:rPr>
              <a:t> from labeled .</a:t>
            </a:r>
            <a:r>
              <a:rPr lang="en-US" err="1">
                <a:ea typeface="+mn-lt"/>
                <a:cs typeface="+mn-lt"/>
              </a:rPr>
              <a:t>db</a:t>
            </a:r>
            <a:r>
              <a:rPr lang="en-US" dirty="0">
                <a:ea typeface="+mn-lt"/>
                <a:cs typeface="+mn-lt"/>
              </a:rPr>
              <a:t> file data to distinguish handover/non-handover occurrences based on the feature importance.</a:t>
            </a:r>
            <a:endParaRPr lang="en-US"/>
          </a:p>
          <a:p>
            <a:pPr marL="264795" indent="-264795"/>
            <a:r>
              <a:rPr lang="en-US" b="1" dirty="0"/>
              <a:t>Random Forest Classifier:</a:t>
            </a:r>
          </a:p>
          <a:p>
            <a:pPr marL="537845" lvl="1">
              <a:buFont typeface="Courier New" panose="05000000000000000000" pitchFamily="2" charset="2"/>
              <a:buChar char="o"/>
            </a:pPr>
            <a:r>
              <a:rPr lang="en-US" dirty="0"/>
              <a:t>Used for supervised learning classification tasks to determine handover occurrence.</a:t>
            </a:r>
          </a:p>
          <a:p>
            <a:pPr marL="537845" lvl="1">
              <a:buFont typeface="Courier New" panose="05000000000000000000" pitchFamily="2" charset="2"/>
              <a:buChar char="o"/>
            </a:pPr>
            <a:r>
              <a:rPr lang="en-US" dirty="0"/>
              <a:t>Helps the model to classify the two different scenarios of handover occurrence across different number of seeds.</a:t>
            </a:r>
          </a:p>
        </p:txBody>
      </p:sp>
    </p:spTree>
    <p:extLst>
      <p:ext uri="{BB962C8B-B14F-4D97-AF65-F5344CB8AC3E}">
        <p14:creationId xmlns:p14="http://schemas.microsoft.com/office/powerpoint/2010/main" val="4053793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B5E78-800F-D9A0-5A29-82A5827ED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0521950" cy="1081088"/>
          </a:xfrm>
        </p:spPr>
        <p:txBody>
          <a:bodyPr wrap="square" anchor="t">
            <a:normAutofit/>
          </a:bodyPr>
          <a:lstStyle/>
          <a:p>
            <a:r>
              <a:rPr lang="en-US"/>
              <a:t>Machine Learning Pipeline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CAD55817-49E6-F8AD-04BA-5E9B8BDB0032}"/>
              </a:ext>
            </a:extLst>
          </p:cNvPr>
          <p:cNvGraphicFramePr>
            <a:graphicFrameLocks noGrp="1"/>
          </p:cNvGraphicFramePr>
          <p:nvPr>
            <p:ph sz="quarter" idx="10"/>
          </p:nvPr>
        </p:nvGraphicFramePr>
        <p:xfrm>
          <a:off x="479425" y="1844675"/>
          <a:ext cx="11233150" cy="4392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35727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C7540-C5BC-71FE-BA07-F8A43445B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0521950" cy="1081088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Simulation dataset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92E7B2-461A-5C6E-B6C4-A11D10FF4483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402965125"/>
              </p:ext>
            </p:extLst>
          </p:nvPr>
        </p:nvGraphicFramePr>
        <p:xfrm>
          <a:off x="479425" y="1844675"/>
          <a:ext cx="11233150" cy="4392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3617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DB9280-F066-9233-3E8F-784A50887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0428790" cy="1081088"/>
          </a:xfrm>
        </p:spPr>
        <p:txBody>
          <a:bodyPr wrap="square" anchor="t">
            <a:noAutofit/>
          </a:bodyPr>
          <a:lstStyle/>
          <a:p>
            <a:r>
              <a:rPr lang="en-US" kern="1200" dirty="0"/>
              <a:t>Simulation KPI – Receiver Operating Characteristic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99EFD7-C34F-93D4-693B-6B9CE580477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1844675"/>
            <a:ext cx="11233150" cy="4392612"/>
          </a:xfrm>
        </p:spPr>
        <p:txBody>
          <a:bodyPr wrap="square" anchor="t">
            <a:normAutofit/>
          </a:bodyPr>
          <a:lstStyle/>
          <a:p>
            <a:pPr marL="264795" marR="0" lvl="0" indent="-264795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Ericsson Hilda"/>
              <a:buChar char="●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What is it?</a:t>
            </a:r>
            <a:endParaRPr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273050" lvl="1" indent="0" eaLnBrk="0" hangingPunct="0">
              <a:spcBef>
                <a:spcPct val="0"/>
              </a:spcBef>
              <a:buFont typeface="Courier New"/>
              <a:buChar char="o"/>
            </a:pPr>
            <a:r>
              <a:rPr lang="en-US" altLang="en-US" dirty="0"/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Evaluates model performance in binary classification.</a:t>
            </a:r>
            <a:endParaRPr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264795" marR="0" lvl="0" indent="-264795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Ericsson Hilda"/>
              <a:buChar char="●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Key Terms:</a:t>
            </a:r>
            <a:endParaRPr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273050" lvl="1" indent="0" eaLnBrk="0" hangingPunct="0">
              <a:spcBef>
                <a:spcPct val="0"/>
              </a:spcBef>
              <a:buFont typeface="Courier New"/>
              <a:buChar char="o"/>
            </a:pPr>
            <a:r>
              <a:rPr lang="en-US" altLang="en-US" b="1" dirty="0"/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TPR (Recall)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= TP / (TP + FN)</a:t>
            </a:r>
            <a:endParaRPr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273050" lvl="1" indent="0" eaLnBrk="0" hangingPunct="0">
              <a:spcBef>
                <a:spcPct val="0"/>
              </a:spcBef>
              <a:buFont typeface="Courier New"/>
              <a:buChar char="o"/>
            </a:pPr>
            <a:r>
              <a:rPr lang="en-US" altLang="en-US" b="1" dirty="0"/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FPR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= FP / (FP + TN)</a:t>
            </a:r>
            <a:endParaRPr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273050" lvl="1" indent="0" eaLnBrk="0" hangingPunct="0">
              <a:spcBef>
                <a:spcPct val="0"/>
              </a:spcBef>
              <a:buFont typeface="Courier New"/>
              <a:buChar char="o"/>
            </a:pPr>
            <a:r>
              <a:rPr lang="en-US" altLang="en-US" b="1" dirty="0"/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AUC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= Area under ROC curve → higher = better</a:t>
            </a:r>
            <a:endParaRPr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264795" indent="-264795" eaLnBrk="0" hangingPunct="0">
              <a:spcBef>
                <a:spcPct val="0"/>
              </a:spcBef>
              <a:buFont typeface="Ericsson Hilda"/>
              <a:buChar char="●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Interpretation</a:t>
            </a:r>
            <a:r>
              <a:rPr lang="en-US" altLang="en-US" b="1" dirty="0"/>
              <a:t> of ROC curve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:</a:t>
            </a:r>
            <a:endParaRPr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273050" lvl="1" indent="0" eaLnBrk="0" hangingPunct="0">
              <a:spcBef>
                <a:spcPct val="0"/>
              </a:spcBef>
              <a:buFont typeface="Courier New"/>
              <a:buChar char="o"/>
            </a:pPr>
            <a:r>
              <a:rPr lang="en-US" altLang="en-US" dirty="0"/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Curve closer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top-left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= better performance</a:t>
            </a:r>
            <a:endParaRPr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273050" lvl="1" indent="0" eaLnBrk="0" hangingPunct="0">
              <a:spcBef>
                <a:spcPct val="0"/>
              </a:spcBef>
              <a:buFont typeface="Courier New"/>
              <a:buChar char="o"/>
            </a:pPr>
            <a:r>
              <a:rPr lang="en-US" altLang="en-US" dirty="0"/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Diagonal line = random guess</a:t>
            </a:r>
            <a:endParaRPr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indent="0" eaLnBrk="0" hangingPunct="0">
              <a:spcBef>
                <a:spcPct val="0"/>
              </a:spcBef>
              <a:buNone/>
            </a:pPr>
            <a:endParaRPr lang="en-US" altLang="en-US" b="1" dirty="0"/>
          </a:p>
          <a:p>
            <a:pPr marL="264795" marR="0" lvl="0" indent="-264795" defTabSz="914400">
              <a:spcBef>
                <a:spcPct val="0"/>
              </a:spcBef>
              <a:spcAft>
                <a:spcPct val="0"/>
              </a:spcAft>
              <a:buClrTx/>
              <a:buSzTx/>
              <a:buFont typeface="Ericsson Hilda"/>
              <a:buChar char="●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In this thesis:</a:t>
            </a:r>
            <a:endParaRPr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537845" lvl="1" eaLnBrk="0" hangingPunct="0">
              <a:spcBef>
                <a:spcPct val="0"/>
              </a:spcBef>
              <a:buFont typeface="Courier New" panose="00000500000000000000" pitchFamily="2" charset="0"/>
              <a:buChar char="o"/>
            </a:pPr>
            <a:r>
              <a:rPr lang="en-US" altLang="en-US" dirty="0"/>
              <a:t>We measure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how well models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balance sensitivity vs. specificity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in handover prediction</a:t>
            </a:r>
            <a:endParaRPr lang="en-US" dirty="0"/>
          </a:p>
          <a:p>
            <a:pPr marL="264795" indent="-264795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57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A8C9D-1AF3-3719-8067-AEBE9EA15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configuration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F5C46-7A7E-FFF4-D8E7-9DEFD2BFA53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1830160"/>
            <a:ext cx="11233150" cy="4620335"/>
          </a:xfrm>
        </p:spPr>
        <p:txBody>
          <a:bodyPr vert="horz" lIns="72000" tIns="36000" rIns="72000" bIns="36000" rtlCol="0" anchor="t">
            <a:noAutofit/>
          </a:bodyPr>
          <a:lstStyle/>
          <a:p>
            <a:pPr marL="264795" indent="-264795"/>
            <a:r>
              <a:rPr lang="en-US" sz="2000" b="1" dirty="0">
                <a:latin typeface="+mj-lt"/>
              </a:rPr>
              <a:t>Random Forest Parameters:</a:t>
            </a:r>
            <a:endParaRPr lang="en-US" dirty="0">
              <a:latin typeface="Ericsson Hilda"/>
            </a:endParaRPr>
          </a:p>
          <a:p>
            <a:pPr marL="537845" lvl="1">
              <a:buFont typeface="Courier New" panose="00000500000000000000" pitchFamily="2" charset="0"/>
              <a:buChar char="o"/>
            </a:pPr>
            <a:r>
              <a:rPr lang="en-US" dirty="0" err="1">
                <a:latin typeface="+mj-lt"/>
                <a:ea typeface="+mn-ea"/>
                <a:cs typeface="+mn-cs"/>
              </a:rPr>
              <a:t>n_estimators</a:t>
            </a:r>
            <a:r>
              <a:rPr lang="en-US" dirty="0">
                <a:latin typeface="+mj-lt"/>
                <a:ea typeface="+mn-ea"/>
                <a:cs typeface="+mn-cs"/>
              </a:rPr>
              <a:t> = 5</a:t>
            </a:r>
            <a:endParaRPr lang="en-US" dirty="0">
              <a:latin typeface="Ericsson Hilda"/>
              <a:ea typeface="+mn-ea"/>
              <a:cs typeface="+mn-cs"/>
            </a:endParaRPr>
          </a:p>
          <a:p>
            <a:pPr marL="537845" lvl="1">
              <a:buFont typeface="Courier New" panose="00000500000000000000" pitchFamily="2" charset="0"/>
              <a:buChar char="o"/>
            </a:pPr>
            <a:r>
              <a:rPr lang="en-US" dirty="0" err="1">
                <a:latin typeface="+mj-lt"/>
                <a:ea typeface="+mn-ea"/>
                <a:cs typeface="+mn-cs"/>
              </a:rPr>
              <a:t>Max_depth</a:t>
            </a:r>
            <a:r>
              <a:rPr lang="en-US" dirty="0">
                <a:latin typeface="+mj-lt"/>
                <a:ea typeface="+mn-ea"/>
                <a:cs typeface="+mn-cs"/>
              </a:rPr>
              <a:t> = 2</a:t>
            </a:r>
            <a:endParaRPr lang="en-US" dirty="0">
              <a:latin typeface="Ericsson Hilda"/>
              <a:ea typeface="+mn-ea"/>
              <a:cs typeface="+mn-cs"/>
            </a:endParaRPr>
          </a:p>
          <a:p>
            <a:pPr marL="537845" lvl="1">
              <a:buFont typeface="Courier New" panose="00000500000000000000" pitchFamily="2" charset="0"/>
              <a:buChar char="o"/>
            </a:pPr>
            <a:r>
              <a:rPr lang="en-US" dirty="0" err="1">
                <a:latin typeface="+mj-lt"/>
                <a:ea typeface="+mn-ea"/>
                <a:cs typeface="+mn-cs"/>
              </a:rPr>
              <a:t>Class_weight</a:t>
            </a:r>
            <a:r>
              <a:rPr lang="en-US" dirty="0">
                <a:latin typeface="+mj-lt"/>
                <a:ea typeface="+mn-ea"/>
                <a:cs typeface="+mn-cs"/>
              </a:rPr>
              <a:t> = 'balanced'</a:t>
            </a:r>
          </a:p>
          <a:p>
            <a:pPr marL="264795" indent="-264795"/>
            <a:endParaRPr lang="en-US" dirty="0">
              <a:latin typeface="+mj-lt"/>
            </a:endParaRPr>
          </a:p>
          <a:p>
            <a:pPr marL="264795" indent="-264795"/>
            <a:r>
              <a:rPr lang="en-US" sz="2000" b="1" dirty="0" err="1">
                <a:latin typeface="+mj-lt"/>
              </a:rPr>
              <a:t>XGBoost</a:t>
            </a:r>
            <a:r>
              <a:rPr lang="en-US" sz="2000" b="1" dirty="0">
                <a:latin typeface="+mj-lt"/>
              </a:rPr>
              <a:t> Parameters:</a:t>
            </a:r>
            <a:endParaRPr lang="en-US" dirty="0"/>
          </a:p>
          <a:p>
            <a:pPr marL="537845" lvl="1">
              <a:buFont typeface="Courier New" panose="00000500000000000000" pitchFamily="2" charset="0"/>
              <a:buChar char="o"/>
            </a:pPr>
            <a:r>
              <a:rPr lang="en-US" sz="2000" dirty="0" err="1">
                <a:latin typeface="+mj-lt"/>
              </a:rPr>
              <a:t>n_estimators</a:t>
            </a:r>
            <a:r>
              <a:rPr lang="en-US" sz="2000" dirty="0">
                <a:latin typeface="+mj-lt"/>
              </a:rPr>
              <a:t> = </a:t>
            </a:r>
            <a:r>
              <a:rPr lang="en-US" dirty="0">
                <a:latin typeface="+mj-lt"/>
              </a:rPr>
              <a:t>100</a:t>
            </a:r>
            <a:endParaRPr lang="en-US" dirty="0">
              <a:latin typeface="Ericsson Hilda"/>
            </a:endParaRPr>
          </a:p>
          <a:p>
            <a:pPr marL="537845" lvl="1">
              <a:buFont typeface="Courier New" panose="00000500000000000000" pitchFamily="2" charset="0"/>
              <a:buChar char="o"/>
            </a:pPr>
            <a:r>
              <a:rPr lang="en-US" dirty="0" err="1">
                <a:latin typeface="+mj-lt"/>
              </a:rPr>
              <a:t>max</a:t>
            </a:r>
            <a:r>
              <a:rPr lang="en-US" sz="2000" dirty="0" err="1">
                <a:latin typeface="+mj-lt"/>
              </a:rPr>
              <a:t>_depth</a:t>
            </a:r>
            <a:r>
              <a:rPr lang="en-US" sz="2000" dirty="0">
                <a:latin typeface="+mj-lt"/>
              </a:rPr>
              <a:t> = </a:t>
            </a:r>
            <a:r>
              <a:rPr lang="en-US" dirty="0">
                <a:latin typeface="+mj-lt"/>
              </a:rPr>
              <a:t>5</a:t>
            </a:r>
            <a:endParaRPr lang="en-US" dirty="0">
              <a:latin typeface="Ericsson Hilda"/>
            </a:endParaRPr>
          </a:p>
          <a:p>
            <a:pPr marL="537845" lvl="1">
              <a:buFont typeface="Courier New" panose="00000500000000000000" pitchFamily="2" charset="0"/>
              <a:buChar char="o"/>
            </a:pPr>
            <a:r>
              <a:rPr lang="en-US" dirty="0" err="1">
                <a:latin typeface="+mj-lt"/>
              </a:rPr>
              <a:t>scale</a:t>
            </a:r>
            <a:r>
              <a:rPr lang="en-US" sz="2000" dirty="0" err="1">
                <a:latin typeface="+mj-lt"/>
              </a:rPr>
              <a:t>_pos_weight</a:t>
            </a:r>
            <a:r>
              <a:rPr lang="en-US" sz="2000" dirty="0">
                <a:latin typeface="+mj-lt"/>
              </a:rPr>
              <a:t> = (class 0 / class 1)</a:t>
            </a:r>
            <a:endParaRPr lang="en-US" sz="2000">
              <a:latin typeface="Ericsson Hilda"/>
            </a:endParaRPr>
          </a:p>
        </p:txBody>
      </p:sp>
    </p:spTree>
    <p:extLst>
      <p:ext uri="{BB962C8B-B14F-4D97-AF65-F5344CB8AC3E}">
        <p14:creationId xmlns:p14="http://schemas.microsoft.com/office/powerpoint/2010/main" val="1944800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449E0A1-3349-C5DC-BF26-4BFD53157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0707803" cy="1081088"/>
          </a:xfrm>
        </p:spPr>
        <p:txBody>
          <a:bodyPr/>
          <a:lstStyle/>
          <a:p>
            <a:r>
              <a:rPr lang="en-US" dirty="0"/>
              <a:t>Performance Metrics Summary and Model evaluation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3C0514-A5DC-BA1B-E16B-E422CE320CB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1844675"/>
            <a:ext cx="11233150" cy="4270678"/>
          </a:xfrm>
        </p:spPr>
        <p:txBody>
          <a:bodyPr/>
          <a:lstStyle/>
          <a:p>
            <a:pPr>
              <a:buNone/>
            </a:pPr>
            <a:r>
              <a:rPr lang="en-US" sz="1800" b="1">
                <a:latin typeface="+mj-lt"/>
              </a:rPr>
              <a:t>Confusion Matrix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>
                <a:latin typeface="+mj-lt"/>
              </a:rPr>
              <a:t>Shows correct and incorrect predictions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>
                <a:latin typeface="+mj-lt"/>
              </a:rPr>
              <a:t>Handover vs. non-handover events</a:t>
            </a:r>
          </a:p>
          <a:p>
            <a:pPr>
              <a:buNone/>
            </a:pPr>
            <a:r>
              <a:rPr lang="en-US" sz="1800" b="1">
                <a:latin typeface="+mj-lt"/>
              </a:rPr>
              <a:t>Main Metrics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>
                <a:latin typeface="+mj-lt"/>
              </a:rPr>
              <a:t>Accuracy:</a:t>
            </a:r>
            <a:r>
              <a:rPr lang="en-US" sz="1800">
                <a:latin typeface="+mj-lt"/>
              </a:rPr>
              <a:t> percentage of correct handover predictions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>
                <a:latin typeface="+mj-lt"/>
              </a:rPr>
              <a:t>Precision: </a:t>
            </a:r>
            <a:r>
              <a:rPr lang="en-US" sz="1800">
                <a:latin typeface="+mj-lt"/>
              </a:rPr>
              <a:t>percentage</a:t>
            </a:r>
            <a:r>
              <a:rPr lang="en-US" sz="1800" b="1">
                <a:latin typeface="+mj-lt"/>
              </a:rPr>
              <a:t> </a:t>
            </a:r>
            <a:r>
              <a:rPr lang="en-US" sz="1800">
                <a:latin typeface="+mj-lt"/>
              </a:rPr>
              <a:t>of correctly predicted samples per class.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>
                <a:latin typeface="+mj-lt"/>
              </a:rPr>
              <a:t>Recall:</a:t>
            </a:r>
            <a:r>
              <a:rPr lang="en-US" sz="1800">
                <a:latin typeface="+mj-lt"/>
              </a:rPr>
              <a:t> percentage of real handovers found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>
                <a:latin typeface="+mj-lt"/>
              </a:rPr>
              <a:t>F1-score:</a:t>
            </a:r>
            <a:r>
              <a:rPr lang="en-US" sz="1800">
                <a:latin typeface="+mj-lt"/>
              </a:rPr>
              <a:t> Balance between precision and recall</a:t>
            </a:r>
          </a:p>
          <a:p>
            <a:pPr>
              <a:buNone/>
            </a:pPr>
            <a:r>
              <a:rPr lang="en-US" sz="1800" b="1">
                <a:latin typeface="+mj-lt"/>
              </a:rPr>
              <a:t>Why Use Them?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>
                <a:latin typeface="+mj-lt"/>
              </a:rPr>
              <a:t>shows how well the model 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>
                <a:latin typeface="+mj-lt"/>
              </a:rPr>
              <a:t>F1-score helps when data is imbalanced</a:t>
            </a:r>
          </a:p>
          <a:p>
            <a:pPr marL="0" indent="0">
              <a:buNone/>
            </a:pPr>
            <a:endParaRPr lang="en-US" sz="1800">
              <a:latin typeface="+mj-lt"/>
            </a:endParaRPr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951208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0012BC-6417-EF21-C080-57876BE6D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0521950" cy="1081088"/>
          </a:xfrm>
        </p:spPr>
        <p:txBody>
          <a:bodyPr wrap="square" anchor="t">
            <a:normAutofit/>
          </a:bodyPr>
          <a:lstStyle/>
          <a:p>
            <a:r>
              <a:rPr lang="en-US" sz="3600"/>
              <a:t>Experiment: 3 Features</a:t>
            </a:r>
            <a:br>
              <a:rPr lang="en-US" sz="3700"/>
            </a:br>
            <a:endParaRPr lang="en-US" sz="3700"/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ECCF7582-4DAA-3CEE-B46B-C0A3899CDE17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667325176"/>
              </p:ext>
            </p:extLst>
          </p:nvPr>
        </p:nvGraphicFramePr>
        <p:xfrm>
          <a:off x="479425" y="1844675"/>
          <a:ext cx="11233150" cy="4392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4950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43E84D2-B2BF-43B4-3BC3-1DD565C4C37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r>
              <a:rPr lang="en-US" sz="1100" b="1"/>
              <a:t>Vehicle 10 UE data: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100" b="1"/>
              <a:t> </a:t>
            </a:r>
            <a:r>
              <a:rPr lang="en-US" sz="1050"/>
              <a:t>ROC AUC = 1.000 indicates a complete class separability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000"/>
              <a:t>Model correctly distinguishes all handover and non-handover samples</a:t>
            </a:r>
            <a:endParaRPr lang="en-US" sz="1050"/>
          </a:p>
          <a:p>
            <a:pPr>
              <a:buFont typeface="Wingdings" panose="05000000000000000000" pitchFamily="2" charset="2"/>
              <a:buChar char="§"/>
            </a:pPr>
            <a:r>
              <a:rPr lang="en-US" sz="1000"/>
              <a:t>Perfect result likely due to features encoding the label logic (fulfilled cells)</a:t>
            </a:r>
            <a:endParaRPr lang="en-US" sz="1050"/>
          </a:p>
          <a:p>
            <a:pPr>
              <a:buFont typeface="Wingdings" panose="05000000000000000000" pitchFamily="2" charset="2"/>
              <a:buChar char="§"/>
            </a:pPr>
            <a:endParaRPr lang="en-US" sz="1100" b="1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8DBBB0B-5794-D08C-CACA-2E8988A68E1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100"/>
              <a:t> </a:t>
            </a:r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r>
              <a:rPr lang="en-US" sz="1100" b="1"/>
              <a:t>Vehicle 1 UE data: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050"/>
              <a:t> ROC AUC = 1.000 indicating perfect separability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050"/>
              <a:t>Model predicts flawlessly on test data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050"/>
              <a:t>Result may reflect either strong feature-label correlation or excellent signal separability in 1 UE scenario</a:t>
            </a:r>
            <a:endParaRPr lang="en-US" sz="1100"/>
          </a:p>
          <a:p>
            <a:pPr>
              <a:buFont typeface="Wingdings" panose="05000000000000000000" pitchFamily="2" charset="2"/>
              <a:buChar char="§"/>
            </a:pPr>
            <a:endParaRPr lang="en-US" sz="1050"/>
          </a:p>
          <a:p>
            <a:pPr marL="0" indent="0">
              <a:buNone/>
            </a:pPr>
            <a:endParaRPr lang="en-US" sz="1100" b="1"/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1E887F-5D05-596F-4F58-7BE8A85B1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476250"/>
            <a:ext cx="10328881" cy="1081088"/>
          </a:xfrm>
        </p:spPr>
        <p:txBody>
          <a:bodyPr/>
          <a:lstStyle/>
          <a:p>
            <a:r>
              <a:rPr lang="en-US" sz="3600" kern="1200" dirty="0"/>
              <a:t>ROC Curve – Vehicle Handover Classifier random forest scenarios for both 1 UE and 10 UE data</a:t>
            </a:r>
            <a:endParaRPr lang="en-US" sz="3600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1F1A1F6-17BC-6EAC-B29B-5CD2683FF30D}"/>
              </a:ext>
            </a:extLst>
          </p:cNvPr>
          <p:cNvPicPr preferRelativeResize="0">
            <a:picLocks noGrp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477193" y="2101095"/>
            <a:ext cx="3657600" cy="2825496"/>
          </a:xfr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99A349D8-5D9B-2621-94C4-7FC2A1809DD8}"/>
              </a:ext>
            </a:extLst>
          </p:cNvPr>
          <p:cNvPicPr preferRelativeResize="0">
            <a:picLocks noGrp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6364025" y="2134962"/>
            <a:ext cx="3657600" cy="2825496"/>
          </a:xfrm>
        </p:spPr>
      </p:pic>
    </p:spTree>
    <p:extLst>
      <p:ext uri="{BB962C8B-B14F-4D97-AF65-F5344CB8AC3E}">
        <p14:creationId xmlns:p14="http://schemas.microsoft.com/office/powerpoint/2010/main" val="2792872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8F5BC1-51BE-5F0E-AC81-3F5E8089390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r>
              <a:rPr lang="en-US" sz="1100" b="1"/>
              <a:t>Pedestrian 10 UE data: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AUC = 1.000 (perfect classification)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Consistent performance across multiple UEs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Feature-label correlation likely explains result</a:t>
            </a:r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A6BFC4-CB80-9738-0042-86B5199BBD9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endParaRPr lang="en-US" sz="1100" b="1"/>
          </a:p>
          <a:p>
            <a:pPr marL="0" indent="0">
              <a:spcBef>
                <a:spcPts val="0"/>
              </a:spcBef>
              <a:buNone/>
            </a:pPr>
            <a:endParaRPr lang="en-US" sz="1100" b="1"/>
          </a:p>
          <a:p>
            <a:pPr marL="0" indent="0">
              <a:spcBef>
                <a:spcPts val="0"/>
              </a:spcBef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r>
              <a:rPr lang="en-US" sz="1100" b="1"/>
              <a:t>Pedestrian 1 UE data: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100" b="1"/>
              <a:t> </a:t>
            </a:r>
            <a:r>
              <a:rPr lang="en-US" sz="1050"/>
              <a:t>AUC = 1.000 (perfect ROC curve)</a:t>
            </a:r>
            <a:endParaRPr lang="en-US" sz="1100" b="1"/>
          </a:p>
          <a:p>
            <a:pPr>
              <a:buFont typeface="Wingdings" panose="05000000000000000000" pitchFamily="2" charset="2"/>
              <a:buChar char="§"/>
            </a:pPr>
            <a:r>
              <a:rPr lang="en-US" sz="1100" b="1"/>
              <a:t> </a:t>
            </a:r>
            <a:r>
              <a:rPr lang="en-US" sz="1050"/>
              <a:t>Model achieves zero test error</a:t>
            </a:r>
            <a:endParaRPr lang="en-US" sz="1100" b="1"/>
          </a:p>
          <a:p>
            <a:pPr>
              <a:buFont typeface="Wingdings" panose="05000000000000000000" pitchFamily="2" charset="2"/>
              <a:buChar char="§"/>
            </a:pPr>
            <a:r>
              <a:rPr lang="en-US" sz="1100" b="1"/>
              <a:t> </a:t>
            </a:r>
            <a:r>
              <a:rPr lang="en-US" sz="1050"/>
              <a:t>Likely influenced by </a:t>
            </a:r>
            <a:r>
              <a:rPr lang="en-US" sz="1050" err="1"/>
              <a:t>rsrp_diff</a:t>
            </a:r>
            <a:r>
              <a:rPr lang="en-US" sz="1050"/>
              <a:t> encoding label condition</a:t>
            </a:r>
            <a:endParaRPr lang="en-US" sz="1100" b="1"/>
          </a:p>
          <a:p>
            <a:pPr marL="0" indent="0">
              <a:spcBef>
                <a:spcPts val="0"/>
              </a:spcBef>
              <a:buNone/>
            </a:pPr>
            <a:endParaRPr lang="en-US" sz="1100" b="1"/>
          </a:p>
          <a:p>
            <a:endParaRPr lang="en-US" sz="110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DDE7F44-9A57-EC23-B360-AB0E1FE1C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0449832" cy="1081088"/>
          </a:xfrm>
        </p:spPr>
        <p:txBody>
          <a:bodyPr/>
          <a:lstStyle/>
          <a:p>
            <a:r>
              <a:rPr lang="en-US" sz="3600" kern="1200" dirty="0"/>
              <a:t>ROC Curve – Pedestrian Handover Classifier random forest scenarios for both 1 UE and 10 UE data </a:t>
            </a:r>
            <a:endParaRPr lang="en-US" sz="3600" dirty="0"/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7C35A0DC-8A7E-A7E6-1630-E4C934287BC4}"/>
              </a:ext>
            </a:extLst>
          </p:cNvPr>
          <p:cNvPicPr preferRelativeResize="0">
            <a:picLocks noGrp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465137" y="2191685"/>
            <a:ext cx="3657600" cy="2825496"/>
          </a:xfrm>
        </p:spPr>
      </p:pic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2268FC3A-04CB-A7D1-A707-0EEA862A21C8}"/>
              </a:ext>
            </a:extLst>
          </p:cNvPr>
          <p:cNvPicPr preferRelativeResize="0">
            <a:picLocks noGrp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6238234" y="2136902"/>
            <a:ext cx="3657600" cy="2825496"/>
          </a:xfrm>
        </p:spPr>
      </p:pic>
    </p:spTree>
    <p:extLst>
      <p:ext uri="{BB962C8B-B14F-4D97-AF65-F5344CB8AC3E}">
        <p14:creationId xmlns:p14="http://schemas.microsoft.com/office/powerpoint/2010/main" val="1114694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FD80CE-1BC7-2547-5D72-27685DF6C38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r>
              <a:rPr lang="en-US" sz="1100" b="1"/>
              <a:t>10 UE Vehicle: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900"/>
              <a:t>AUC = 1.000 (perfect classification)</a:t>
            </a:r>
            <a:endParaRPr lang="en-US" sz="1050"/>
          </a:p>
          <a:p>
            <a:pPr>
              <a:buFont typeface="Wingdings" panose="05000000000000000000" pitchFamily="2" charset="2"/>
              <a:buChar char="§"/>
            </a:pPr>
            <a:r>
              <a:rPr lang="en-US" sz="1000"/>
              <a:t>Model maintains flawless performance even with increased user density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000"/>
              <a:t>Results highlight a strong correlation between selected features and handover outcome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CCE46D-413A-784C-62EB-F591B8E7DF8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r>
              <a:rPr lang="en-US" sz="1100" b="1"/>
              <a:t>1 UE Vehicle: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100" b="1"/>
              <a:t> </a:t>
            </a:r>
            <a:r>
              <a:rPr lang="en-US" sz="1050"/>
              <a:t>AUC = 0.999 (near perfect classification)</a:t>
            </a:r>
            <a:endParaRPr lang="en-US" sz="1100" b="1"/>
          </a:p>
          <a:p>
            <a:pPr>
              <a:buFont typeface="Wingdings" panose="05000000000000000000" pitchFamily="2" charset="2"/>
              <a:buChar char="§"/>
            </a:pPr>
            <a:r>
              <a:rPr lang="en-US" sz="1100" b="1"/>
              <a:t> </a:t>
            </a:r>
            <a:r>
              <a:rPr lang="en-US" sz="1050"/>
              <a:t>Model separates handover and non-handover events with high accuracy</a:t>
            </a:r>
            <a:endParaRPr lang="en-US" sz="1100" b="1"/>
          </a:p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2815DDA-DBCC-C8BE-6FE2-B5ADBD95B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0733732" cy="1081088"/>
          </a:xfrm>
        </p:spPr>
        <p:txBody>
          <a:bodyPr/>
          <a:lstStyle/>
          <a:p>
            <a:r>
              <a:rPr lang="en-US" sz="3600" kern="1200" dirty="0"/>
              <a:t>ROC Curve – Vehicle Handover Classifier </a:t>
            </a:r>
            <a:r>
              <a:rPr lang="en-US" sz="3600" kern="1200" dirty="0" err="1"/>
              <a:t>XGBoost</a:t>
            </a:r>
            <a:r>
              <a:rPr lang="en-US" sz="3600" kern="1200" dirty="0"/>
              <a:t> scenarios for both 1 UE and 10 UE data</a:t>
            </a:r>
            <a:endParaRPr lang="en-US" sz="3600" dirty="0"/>
          </a:p>
        </p:txBody>
      </p:sp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827828F9-720A-455D-F605-FC0B082674E0}"/>
              </a:ext>
            </a:extLst>
          </p:cNvPr>
          <p:cNvPicPr preferRelativeResize="0">
            <a:picLocks noGrp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477193" y="2143530"/>
            <a:ext cx="3657600" cy="2825496"/>
          </a:xfrm>
        </p:spPr>
      </p:pic>
      <p:pic>
        <p:nvPicPr>
          <p:cNvPr id="28" name="Content Placeholder 27">
            <a:extLst>
              <a:ext uri="{FF2B5EF4-FFF2-40B4-BE49-F238E27FC236}">
                <a16:creationId xmlns:a16="http://schemas.microsoft.com/office/drawing/2014/main" id="{433C58B6-55FC-B068-C8D3-20277C804AE6}"/>
              </a:ext>
            </a:extLst>
          </p:cNvPr>
          <p:cNvPicPr preferRelativeResize="0">
            <a:picLocks noGrp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6342095" y="2079776"/>
            <a:ext cx="3657600" cy="2825496"/>
          </a:xfrm>
        </p:spPr>
      </p:pic>
    </p:spTree>
    <p:extLst>
      <p:ext uri="{BB962C8B-B14F-4D97-AF65-F5344CB8AC3E}">
        <p14:creationId xmlns:p14="http://schemas.microsoft.com/office/powerpoint/2010/main" val="1643285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0C96F-3977-8F07-A808-D99E99578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476250"/>
            <a:ext cx="10800384" cy="1081088"/>
          </a:xfrm>
        </p:spPr>
        <p:txBody>
          <a:bodyPr/>
          <a:lstStyle/>
          <a:p>
            <a:r>
              <a:rPr lang="en-US" sz="3600" kern="1200" dirty="0"/>
              <a:t>ROC Curve – Pedestrian Handover Classifier </a:t>
            </a:r>
            <a:r>
              <a:rPr lang="en-US" sz="3600" kern="1200" dirty="0" err="1"/>
              <a:t>XGBoost</a:t>
            </a:r>
            <a:r>
              <a:rPr lang="en-US" sz="3600" kern="1200" dirty="0"/>
              <a:t> scenarios for both 1 UE and 10 UE data</a:t>
            </a:r>
            <a:endParaRPr lang="en-US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2C7F1E-430C-341F-3B84-66633085A73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sz="1200" b="1"/>
          </a:p>
          <a:p>
            <a:endParaRPr lang="en-US" sz="1200" b="1"/>
          </a:p>
          <a:p>
            <a:endParaRPr lang="en-US" sz="1200" b="1"/>
          </a:p>
          <a:p>
            <a:pPr marL="0" indent="0">
              <a:buNone/>
            </a:pPr>
            <a:r>
              <a:rPr lang="en-US" sz="1200" b="1"/>
              <a:t>10UE Pedestrian</a:t>
            </a:r>
          </a:p>
          <a:p>
            <a:pPr eaLnBrk="0" hangingPunct="0"/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AUC = 1.000, also showing perfect classification.</a:t>
            </a:r>
          </a:p>
          <a:p>
            <a:pPr eaLnBrk="0" hangingPunct="0"/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Suggests that the feature set (e.g., RSRP difference) is highly predictive even under multi-user interference.</a:t>
            </a:r>
            <a:endParaRPr lang="en-US" sz="1200" b="1"/>
          </a:p>
          <a:p>
            <a:endParaRPr lang="en-US" sz="1200" b="1"/>
          </a:p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7EA7DD-B879-F608-F429-B199545D348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72000" tIns="36000" rIns="72000" bIns="36000" rtlCol="0" anchor="t">
            <a:noAutofit/>
          </a:bodyPr>
          <a:lstStyle/>
          <a:p>
            <a:pPr marL="264795" indent="-264795"/>
            <a:endParaRPr lang="en-US" sz="1200" b="1"/>
          </a:p>
          <a:p>
            <a:pPr marL="264795" indent="-264795"/>
            <a:endParaRPr lang="en-US" sz="1200" b="1"/>
          </a:p>
          <a:p>
            <a:pPr marL="0" indent="0">
              <a:buNone/>
            </a:pPr>
            <a:endParaRPr lang="en-US" sz="1200" b="1"/>
          </a:p>
          <a:p>
            <a:pPr marL="0" indent="0">
              <a:buNone/>
            </a:pPr>
            <a:r>
              <a:rPr lang="en-US" sz="1200" b="1"/>
              <a:t>1 UE Pedestrian:</a:t>
            </a:r>
          </a:p>
          <a:p>
            <a:pPr marL="264795" indent="-264795" eaLnBrk="0" hangingPunct="0"/>
            <a:r>
              <a:rPr lang="en-US" sz="1200" b="1"/>
              <a:t>  </a:t>
            </a:r>
            <a:r>
              <a:rPr lang="en-US" sz="1100"/>
              <a:t>AUC = 1.000, indicating near-perfect model performance</a:t>
            </a:r>
            <a:endParaRPr lang="en-US" sz="1200"/>
          </a:p>
          <a:p>
            <a:pPr marL="264795" indent="-264795" eaLnBrk="0" hangingPunct="0"/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Classifier accurately separates handover vs. non-handover events.</a:t>
            </a:r>
            <a:endParaRPr lang="en-US" altLang="en-US" sz="1200" b="0" i="0" u="none" strike="noStrike" cap="none" normalizeH="0" baseline="0">
              <a:ln>
                <a:noFill/>
              </a:ln>
              <a:effectLst/>
            </a:endParaRPr>
          </a:p>
          <a:p>
            <a:pPr marL="264795" indent="-264795" eaLnBrk="0" hangingPunct="0"/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Likely due to strong signal separation and low data complexity.</a:t>
            </a:r>
            <a:endParaRPr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64795" indent="-264795">
              <a:buFont typeface="Wingdings" panose="05000000000000000000" pitchFamily="2" charset="2"/>
              <a:buChar char="§"/>
            </a:pPr>
            <a:endParaRPr lang="en-US" sz="1200" b="1"/>
          </a:p>
          <a:p>
            <a:pPr marL="264795" indent="-264795"/>
            <a:endParaRPr lang="en-US" sz="1200" b="1"/>
          </a:p>
          <a:p>
            <a:pPr marL="264795" indent="-264795"/>
            <a:endParaRPr lang="en-US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F60E14DA-60A3-9685-E799-70C93FB3AC0C}"/>
              </a:ext>
            </a:extLst>
          </p:cNvPr>
          <p:cNvPicPr preferRelativeResize="0">
            <a:picLocks noGrp="1"/>
          </p:cNvPicPr>
          <p:nvPr>
            <p:ph sz="quarter" idx="2"/>
          </p:nvPr>
        </p:nvPicPr>
        <p:blipFill>
          <a:blip r:embed="rId2"/>
          <a:stretch>
            <a:fillRect/>
          </a:stretch>
        </p:blipFill>
        <p:spPr>
          <a:xfrm>
            <a:off x="6325320" y="2075015"/>
            <a:ext cx="3657600" cy="2825496"/>
          </a:xfr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7F7E893-409F-A7EA-1A78-C2EA3B4FD8D0}"/>
              </a:ext>
            </a:extLst>
          </p:cNvPr>
          <p:cNvPicPr preferRelativeResize="0">
            <a:picLocks noGrp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607371" y="2134961"/>
            <a:ext cx="3657600" cy="2825496"/>
          </a:xfrm>
        </p:spPr>
      </p:pic>
    </p:spTree>
    <p:extLst>
      <p:ext uri="{BB962C8B-B14F-4D97-AF65-F5344CB8AC3E}">
        <p14:creationId xmlns:p14="http://schemas.microsoft.com/office/powerpoint/2010/main" val="1307894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E72DC9-C890-80C3-8923-DBB4255435C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72000" tIns="36000" rIns="72000" bIns="36000" rtlCol="0" anchor="t">
            <a:noAutofit/>
          </a:bodyPr>
          <a:lstStyle/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 eaLnBrk="0" hangingPunct="0">
              <a:buNone/>
            </a:pPr>
            <a:r>
              <a:rPr lang="en-US" sz="1050" b="1"/>
              <a:t>10 UE Vehicular Mobility data:</a:t>
            </a:r>
          </a:p>
          <a:p>
            <a:pPr eaLnBrk="0" hangingPunct="0"/>
            <a:r>
              <a:rPr lang="en-US" sz="1050"/>
              <a:t> 506188 no-handover and 2585 handover samples predicted with 100% accuracy</a:t>
            </a:r>
          </a:p>
          <a:p>
            <a:pPr eaLnBrk="0" hangingPunct="0"/>
            <a:r>
              <a:rPr lang="en-US" sz="1050"/>
              <a:t> Zero misclassifications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26F464-90DC-2812-1E4C-52561970C09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1655" y="3936875"/>
            <a:ext cx="5472113" cy="2304874"/>
          </a:xfrm>
        </p:spPr>
        <p:txBody>
          <a:bodyPr vert="horz" lIns="72000" tIns="36000" rIns="72000" bIns="36000" rtlCol="0" anchor="t">
            <a:noAutofit/>
          </a:bodyPr>
          <a:lstStyle/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 eaLnBrk="0" hangingPunct="0">
              <a:buNone/>
            </a:pPr>
            <a:r>
              <a:rPr lang="en-US" sz="1050" b="1"/>
              <a:t>Single UE Vehicular Mobility data:</a:t>
            </a:r>
          </a:p>
          <a:p>
            <a:pPr eaLnBrk="0" hangingPunct="0"/>
            <a:r>
              <a:rPr lang="en-US" sz="1050"/>
              <a:t> All 53023 no-handover and 246 handover samples are classified correctly</a:t>
            </a:r>
          </a:p>
          <a:p>
            <a:pPr eaLnBrk="0" hangingPunct="0"/>
            <a:r>
              <a:rPr lang="en-US" sz="1050"/>
              <a:t> </a:t>
            </a:r>
            <a:r>
              <a:rPr lang="pt-BR" sz="1050"/>
              <a:t>Zero false positives or false negatives</a:t>
            </a:r>
            <a:endParaRPr lang="en-US" sz="1050"/>
          </a:p>
          <a:p>
            <a:pPr eaLnBrk="0" hangingPunct="0"/>
            <a:r>
              <a:rPr lang="en-US" sz="1050"/>
              <a:t> Perfect accuracy likely due to feature-label overlap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32BD5CF-F4D1-BB11-FEC4-0A5B980BB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0503314" cy="1081088"/>
          </a:xfrm>
        </p:spPr>
        <p:txBody>
          <a:bodyPr/>
          <a:lstStyle/>
          <a:p>
            <a:r>
              <a:rPr lang="en-US" sz="3600" dirty="0"/>
              <a:t>Confusion Matrix Vehicle Data with Random Forest 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0778A6F7-CBA7-27DB-710A-3E01DD12A55D}"/>
              </a:ext>
            </a:extLst>
          </p:cNvPr>
          <p:cNvPicPr preferRelativeResize="0">
            <a:picLocks noGrp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19058" y="2188180"/>
            <a:ext cx="3657600" cy="2825496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9B1E8FF-6E32-FD1A-5B94-D33D0592BCEC}"/>
              </a:ext>
            </a:extLst>
          </p:cNvPr>
          <p:cNvPicPr preferRelativeResize="0">
            <a:picLocks noGrp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6307340" y="2124143"/>
            <a:ext cx="3657600" cy="2825496"/>
          </a:xfrm>
        </p:spPr>
      </p:pic>
    </p:spTree>
    <p:extLst>
      <p:ext uri="{BB962C8B-B14F-4D97-AF65-F5344CB8AC3E}">
        <p14:creationId xmlns:p14="http://schemas.microsoft.com/office/powerpoint/2010/main" val="976340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B4E30-A679-04E8-7BE4-F46ED6BBF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476250"/>
            <a:ext cx="10672279" cy="1081088"/>
          </a:xfrm>
        </p:spPr>
        <p:txBody>
          <a:bodyPr/>
          <a:lstStyle/>
          <a:p>
            <a:r>
              <a:rPr lang="en-US" sz="3600" dirty="0"/>
              <a:t>Confusion Matrix Pedestrian Data with Random Forest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D2F08AC-B378-DAC5-EC80-DE80852044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2694" y="4150368"/>
            <a:ext cx="5472113" cy="2661670"/>
          </a:xfrm>
        </p:spPr>
        <p:txBody>
          <a:bodyPr vert="horz" lIns="72000" tIns="36000" rIns="72000" bIns="36000" rtlCol="0" anchor="t">
            <a:noAutofit/>
          </a:bodyPr>
          <a:lstStyle/>
          <a:p>
            <a:pPr marL="0" indent="0">
              <a:buNone/>
            </a:pPr>
            <a:endParaRPr lang="en-US" sz="1200" b="1"/>
          </a:p>
          <a:p>
            <a:pPr marL="0" indent="0">
              <a:buNone/>
            </a:pPr>
            <a:endParaRPr lang="en-US" sz="1200" b="1"/>
          </a:p>
          <a:p>
            <a:pPr marL="0" indent="0">
              <a:buNone/>
            </a:pPr>
            <a:endParaRPr lang="en-US" sz="1200" b="1"/>
          </a:p>
          <a:p>
            <a:pPr marL="0" indent="0">
              <a:spcBef>
                <a:spcPts val="600"/>
              </a:spcBef>
              <a:buNone/>
            </a:pPr>
            <a:r>
              <a:rPr lang="en-US" sz="1200" b="1"/>
              <a:t>10 UE pedestrian Mobility data:</a:t>
            </a:r>
          </a:p>
          <a:p>
            <a:pPr eaLnBrk="0" hangingPunct="0">
              <a:spcBef>
                <a:spcPts val="600"/>
              </a:spcBef>
            </a:pPr>
            <a:r>
              <a:rPr lang="en-US" sz="1200" b="1"/>
              <a:t> </a:t>
            </a:r>
            <a:r>
              <a:rPr lang="en-US" sz="1100"/>
              <a:t>533881 no-handover and 455 handover samples classified correctly</a:t>
            </a:r>
            <a:endParaRPr lang="en-US" sz="1200" b="1"/>
          </a:p>
          <a:p>
            <a:pPr eaLnBrk="0" hangingPunct="0">
              <a:spcBef>
                <a:spcPts val="600"/>
              </a:spcBef>
            </a:pPr>
            <a:r>
              <a:rPr lang="en-US" sz="1200" b="1"/>
              <a:t> </a:t>
            </a:r>
            <a:r>
              <a:rPr lang="en-US" sz="1100"/>
              <a:t>AUC = 1.000, accuracy = 100%</a:t>
            </a:r>
            <a:endParaRPr lang="en-US" sz="1200" b="1"/>
          </a:p>
          <a:p>
            <a:pPr eaLnBrk="0" hangingPunct="0">
              <a:spcBef>
                <a:spcPts val="600"/>
              </a:spcBef>
            </a:pPr>
            <a:r>
              <a:rPr lang="en-US" sz="1200" b="1"/>
              <a:t> </a:t>
            </a:r>
            <a:r>
              <a:rPr lang="en-US" sz="1100"/>
              <a:t>Model generalizes well across higher user load</a:t>
            </a:r>
            <a:endParaRPr lang="en-US" sz="1200" b="1"/>
          </a:p>
          <a:p>
            <a:pPr marL="0" indent="0">
              <a:buNone/>
            </a:pP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EAFBAE-99BD-35FB-F120-761A3A9982C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1655" y="4152597"/>
            <a:ext cx="5472113" cy="2543327"/>
          </a:xfrm>
        </p:spPr>
        <p:txBody>
          <a:bodyPr vert="horz" lIns="72000" tIns="36000" rIns="72000" bIns="36000" rtlCol="0" anchor="t">
            <a:noAutofit/>
          </a:bodyPr>
          <a:lstStyle/>
          <a:p>
            <a:pPr marL="0" indent="0">
              <a:buNone/>
            </a:pPr>
            <a:endParaRPr lang="en-US" sz="1200" b="1"/>
          </a:p>
          <a:p>
            <a:pPr marL="0" indent="0">
              <a:buNone/>
            </a:pPr>
            <a:endParaRPr lang="en-US" sz="1200" b="1"/>
          </a:p>
          <a:p>
            <a:pPr marL="0" indent="0">
              <a:buNone/>
            </a:pPr>
            <a:endParaRPr lang="en-US" sz="1200" b="1"/>
          </a:p>
          <a:p>
            <a:pPr marL="0" indent="0">
              <a:spcBef>
                <a:spcPts val="600"/>
              </a:spcBef>
              <a:buNone/>
            </a:pPr>
            <a:r>
              <a:rPr lang="en-US" sz="1200" b="1"/>
              <a:t>Single UE pedestrian Mobility data:</a:t>
            </a:r>
          </a:p>
          <a:p>
            <a:pPr eaLnBrk="0" hangingPunct="0">
              <a:spcBef>
                <a:spcPts val="600"/>
              </a:spcBef>
            </a:pPr>
            <a:r>
              <a:rPr lang="en-US" sz="1200" b="1"/>
              <a:t> </a:t>
            </a:r>
            <a:r>
              <a:rPr lang="en-US" altLang="en-US" sz="1200"/>
              <a:t>46669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 no-handover and</a:t>
            </a:r>
            <a:r>
              <a:rPr lang="en-US" altLang="en-US" sz="1200"/>
              <a:t> 29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 handover samples correctly classified</a:t>
            </a:r>
          </a:p>
          <a:p>
            <a:pPr eaLnBrk="0" hangingPunct="0">
              <a:spcBef>
                <a:spcPts val="600"/>
              </a:spcBef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AUC = 1.000, accuracy = 100%</a:t>
            </a:r>
            <a:endParaRPr lang="en-US" altLang="en-US" sz="1200" b="0" i="0" u="none" strike="noStrike" cap="none" normalizeH="0" baseline="0">
              <a:ln>
                <a:noFill/>
              </a:ln>
              <a:effectLst/>
            </a:endParaRPr>
          </a:p>
          <a:p>
            <a:pPr eaLnBrk="0" hangingPunct="0">
              <a:spcBef>
                <a:spcPts val="600"/>
              </a:spcBef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Model perfectly separates classes even without SMOTE</a:t>
            </a:r>
            <a:endParaRPr lang="en-US" sz="1200" b="1"/>
          </a:p>
          <a:p>
            <a:pPr marL="0" indent="0">
              <a:buNone/>
            </a:pPr>
            <a:endParaRPr lang="en-US" sz="1200" b="1"/>
          </a:p>
          <a:p>
            <a:pPr marL="0" indent="0">
              <a:buNone/>
            </a:pPr>
            <a:endParaRPr lang="en-US" sz="1200" b="1"/>
          </a:p>
          <a:p>
            <a:pPr marL="264795" indent="-264795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FD3F595-E79E-E24A-FCB2-33254EA82C45}"/>
              </a:ext>
            </a:extLst>
          </p:cNvPr>
          <p:cNvPicPr preferRelativeResize="0">
            <a:picLocks noGrp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72430" y="2083441"/>
            <a:ext cx="3657600" cy="2825496"/>
          </a:xfrm>
        </p:spPr>
      </p:pic>
      <p:pic>
        <p:nvPicPr>
          <p:cNvPr id="7" name="Content Placeholder 8">
            <a:extLst>
              <a:ext uri="{FF2B5EF4-FFF2-40B4-BE49-F238E27FC236}">
                <a16:creationId xmlns:a16="http://schemas.microsoft.com/office/drawing/2014/main" id="{76EE7051-DED6-45AA-16E5-F058610540B5}"/>
              </a:ext>
            </a:extLst>
          </p:cNvPr>
          <p:cNvPicPr preferRelativeResize="0">
            <a:picLocks noGrp="1"/>
          </p:cNvPicPr>
          <p:nvPr>
            <p:ph sz="quarter" idx="2"/>
          </p:nvPr>
        </p:nvPicPr>
        <p:blipFill>
          <a:blip r:embed="rId3"/>
          <a:srcRect t="2290"/>
          <a:stretch>
            <a:fillRect/>
          </a:stretch>
        </p:blipFill>
        <p:spPr>
          <a:xfrm>
            <a:off x="6387314" y="2157036"/>
            <a:ext cx="3657600" cy="2825496"/>
          </a:xfrm>
        </p:spPr>
      </p:pic>
    </p:spTree>
    <p:extLst>
      <p:ext uri="{BB962C8B-B14F-4D97-AF65-F5344CB8AC3E}">
        <p14:creationId xmlns:p14="http://schemas.microsoft.com/office/powerpoint/2010/main" val="4144001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13D90-D528-55A1-EF64-505D78225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476250"/>
            <a:ext cx="10881001" cy="1081088"/>
          </a:xfrm>
        </p:spPr>
        <p:txBody>
          <a:bodyPr/>
          <a:lstStyle/>
          <a:p>
            <a:r>
              <a:rPr lang="en-US" sz="3600" dirty="0"/>
              <a:t>Confusion Matrix Vehicle Data with </a:t>
            </a:r>
            <a:r>
              <a:rPr lang="en-US" sz="3600" dirty="0" err="1"/>
              <a:t>XGBoost</a:t>
            </a:r>
            <a:r>
              <a:rPr lang="en-US" sz="3600" dirty="0"/>
              <a:t>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2652DDB-D32D-0F88-5857-6E10D7EAD08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72000" tIns="36000" rIns="72000" bIns="36000" rtlCol="0" anchor="t">
            <a:noAutofit/>
          </a:bodyPr>
          <a:lstStyle/>
          <a:p>
            <a:pPr marL="264795" indent="-264795"/>
            <a:endParaRPr lang="en-US" sz="1100" b="1"/>
          </a:p>
          <a:p>
            <a:pPr marL="264795" indent="-264795"/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r>
              <a:rPr lang="en-US" sz="1100" b="1"/>
              <a:t>10 UE Vehicular Mobility data</a:t>
            </a:r>
          </a:p>
          <a:p>
            <a:pPr eaLnBrk="0" hangingPunct="0"/>
            <a:r>
              <a:rPr lang="en-US" sz="1100" b="1"/>
              <a:t> </a:t>
            </a:r>
            <a:r>
              <a:rPr lang="en-US" altLang="en-US" sz="1200"/>
              <a:t>506188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 no-handover and </a:t>
            </a:r>
            <a:r>
              <a:rPr lang="en-US" altLang="en-US" sz="1200"/>
              <a:t>2588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 handover samples classified with zero error</a:t>
            </a:r>
          </a:p>
          <a:p>
            <a:pPr eaLnBrk="0" hangingPunct="0"/>
            <a:r>
              <a:rPr lang="en-US" altLang="en-US" sz="1200"/>
              <a:t>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AUC = 1.000, no false positives or negatives</a:t>
            </a:r>
            <a:endParaRPr lang="en-US" altLang="en-US" sz="1200" b="0" i="0" u="none" strike="noStrike" cap="none" normalizeH="0" baseline="0">
              <a:ln>
                <a:noFill/>
              </a:ln>
              <a:effectLst/>
            </a:endParaRPr>
          </a:p>
          <a:p>
            <a:pPr eaLnBrk="0" hangingPunct="0"/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Even under higher load</a:t>
            </a:r>
            <a:r>
              <a:rPr lang="en-US" altLang="en-US" sz="1200"/>
              <a:t> the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model maintains perfect accuracy</a:t>
            </a:r>
            <a:endParaRPr lang="en-US" altLang="en-US" sz="12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4EF3D7-23B4-DFB0-8BF6-AD133152ABC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1655" y="4890052"/>
            <a:ext cx="5472113" cy="1351696"/>
          </a:xfrm>
        </p:spPr>
        <p:txBody>
          <a:bodyPr vert="horz" lIns="72000" tIns="36000" rIns="72000" bIns="36000" rtlCol="0" anchor="t">
            <a:noAutofit/>
          </a:bodyPr>
          <a:lstStyle/>
          <a:p>
            <a:pPr marL="0" indent="0">
              <a:buNone/>
            </a:pPr>
            <a:r>
              <a:rPr lang="en-US" sz="1100" b="1"/>
              <a:t>Single UE Vehicular Mobility data:</a:t>
            </a:r>
          </a:p>
          <a:p>
            <a:pPr eaLnBrk="0" hangingPunct="0"/>
            <a:r>
              <a:rPr lang="en-US" sz="1100" b="1"/>
              <a:t> </a:t>
            </a:r>
            <a:r>
              <a:rPr lang="en-US" sz="1100"/>
              <a:t>53023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 no-handover and </a:t>
            </a:r>
            <a:r>
              <a:rPr lang="en-US" altLang="en-US" sz="1200"/>
              <a:t>246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handover samples predicted correctly</a:t>
            </a:r>
          </a:p>
          <a:p>
            <a:pPr eaLnBrk="0" hangingPunct="0"/>
            <a:r>
              <a:rPr lang="en-US" altLang="en-US" sz="1200"/>
              <a:t>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AUC = 1.000, accuracy = 100%</a:t>
            </a:r>
            <a:endParaRPr lang="en-US" altLang="en-US" sz="1200" b="0" i="0" u="none" strike="noStrike" cap="none" normalizeH="0" baseline="0">
              <a:ln>
                <a:noFill/>
              </a:ln>
              <a:effectLst/>
            </a:endParaRPr>
          </a:p>
          <a:p>
            <a:pPr eaLnBrk="0" hangingPunct="0"/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Model achieved perfect classification without SMOTE</a:t>
            </a:r>
            <a:endParaRPr lang="en-US" altLang="en-US" sz="1200" b="0" i="0" u="none" strike="noStrike" cap="none" normalizeH="0" baseline="0">
              <a:ln>
                <a:noFill/>
              </a:ln>
              <a:effectLst/>
            </a:endParaRPr>
          </a:p>
          <a:p>
            <a:pPr marL="264795" indent="-264795">
              <a:buFont typeface="Wingdings" panose="05000000000000000000" pitchFamily="2" charset="2"/>
              <a:buChar char="§"/>
            </a:pPr>
            <a:endParaRPr lang="en-US" sz="1100" b="1"/>
          </a:p>
          <a:p>
            <a:pPr marL="264795" indent="-264795"/>
            <a:endParaRPr lang="en-US"/>
          </a:p>
        </p:txBody>
      </p:sp>
      <p:pic>
        <p:nvPicPr>
          <p:cNvPr id="7" name="Content Placeholder 11">
            <a:extLst>
              <a:ext uri="{FF2B5EF4-FFF2-40B4-BE49-F238E27FC236}">
                <a16:creationId xmlns:a16="http://schemas.microsoft.com/office/drawing/2014/main" id="{40A2922D-2F82-5478-31B8-A6EFB7806FD4}"/>
              </a:ext>
            </a:extLst>
          </p:cNvPr>
          <p:cNvPicPr preferRelativeResize="0">
            <a:picLocks noGrp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23896" y="2064556"/>
            <a:ext cx="3657600" cy="2825496"/>
          </a:xfr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B471AE2-A0DD-7B1C-96E2-7DB9243C5EE7}"/>
              </a:ext>
            </a:extLst>
          </p:cNvPr>
          <p:cNvPicPr preferRelativeResize="0">
            <a:picLocks noGrp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6376973" y="2016252"/>
            <a:ext cx="3657600" cy="2825496"/>
          </a:xfrm>
        </p:spPr>
      </p:pic>
    </p:spTree>
    <p:extLst>
      <p:ext uri="{BB962C8B-B14F-4D97-AF65-F5344CB8AC3E}">
        <p14:creationId xmlns:p14="http://schemas.microsoft.com/office/powerpoint/2010/main" val="40691724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EC65D-0691-26A3-B066-26C397058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1192622" cy="1081088"/>
          </a:xfrm>
        </p:spPr>
        <p:txBody>
          <a:bodyPr/>
          <a:lstStyle/>
          <a:p>
            <a:r>
              <a:rPr lang="en-US" sz="3600" dirty="0"/>
              <a:t>Confusion Matrix Pedestrian Data with </a:t>
            </a:r>
            <a:r>
              <a:rPr lang="en-US" sz="3600" dirty="0" err="1"/>
              <a:t>XGBoost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747931-F745-32D8-FCA6-D71B66D4830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72000" tIns="36000" rIns="72000" bIns="36000" rtlCol="0" anchor="t">
            <a:noAutofit/>
          </a:bodyPr>
          <a:lstStyle/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r>
              <a:rPr lang="en-US" sz="1100" b="1"/>
              <a:t>10 UE Pedestrian Mobility data:</a:t>
            </a:r>
          </a:p>
          <a:p>
            <a:pPr eaLnBrk="0" hangingPunct="0"/>
            <a:r>
              <a:rPr lang="en-US" altLang="en-US" sz="1200"/>
              <a:t> 533881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 no-handover and</a:t>
            </a:r>
            <a:r>
              <a:rPr lang="en-US" altLang="en-US" sz="1200"/>
              <a:t> 455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 handover samples classified with zero error</a:t>
            </a:r>
          </a:p>
          <a:p>
            <a:pPr eaLnBrk="0" hangingPunct="0"/>
            <a:r>
              <a:rPr lang="en-US" altLang="en-US" sz="1200"/>
              <a:t>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AUC = 1.000, accuracy = 100%</a:t>
            </a:r>
            <a:endParaRPr lang="en-US" altLang="en-US" sz="1200" b="0" i="0" u="none" strike="noStrike" cap="none" normalizeH="0" baseline="0">
              <a:ln>
                <a:noFill/>
              </a:ln>
              <a:effectLst/>
            </a:endParaRPr>
          </a:p>
          <a:p>
            <a:pPr eaLnBrk="0" hangingPunct="0"/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 High performance reflects model’s sensitivity to signal features and user mobility patterns</a:t>
            </a:r>
            <a:endParaRPr lang="en-US" altLang="en-US" sz="1200" b="0" i="0" u="none" strike="noStrike" cap="none" normalizeH="0" baseline="0">
              <a:ln>
                <a:noFill/>
              </a:ln>
              <a:effectLst/>
            </a:endParaRPr>
          </a:p>
          <a:p>
            <a:pPr marL="264795" indent="-264795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703E15-EA04-E806-585D-4C7793D288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1655" y="4713805"/>
            <a:ext cx="5472113" cy="1527943"/>
          </a:xfrm>
        </p:spPr>
        <p:txBody>
          <a:bodyPr vert="horz" lIns="72000" tIns="36000" rIns="72000" bIns="36000" rtlCol="0" anchor="t">
            <a:noAutofit/>
          </a:bodyPr>
          <a:lstStyle/>
          <a:p>
            <a:pPr marL="0" indent="0">
              <a:buNone/>
            </a:pPr>
            <a:r>
              <a:rPr lang="en-US" sz="1100" b="1"/>
              <a:t>Single UE Pedestrian Mobility data:</a:t>
            </a:r>
          </a:p>
          <a:p>
            <a:pPr eaLnBrk="0" hangingPunct="0"/>
            <a:r>
              <a:rPr kumimoji="0" lang="en-US" altLang="en-US" sz="1200" b="1" i="0" u="none" strike="noStrike" cap="none" normalizeH="0" baseline="0">
                <a:ln>
                  <a:noFill/>
                </a:ln>
                <a:effectLst/>
              </a:rPr>
              <a:t>  </a:t>
            </a:r>
            <a:r>
              <a:rPr lang="en-US" altLang="en-US" sz="1200"/>
              <a:t>46669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 no-handover and</a:t>
            </a:r>
            <a:r>
              <a:rPr lang="en-US" altLang="en-US" sz="1200"/>
              <a:t> 29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 handover samples predicted correctly</a:t>
            </a:r>
          </a:p>
          <a:p>
            <a:pPr eaLnBrk="0" hangingPunct="0"/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 AUC = 1.000, accuracy = 100%</a:t>
            </a:r>
            <a:endParaRPr lang="en-US" altLang="en-US" sz="1200" b="0" i="0" u="none" strike="noStrike" cap="none" normalizeH="0" baseline="0">
              <a:ln>
                <a:noFill/>
              </a:ln>
              <a:effectLst/>
            </a:endParaRPr>
          </a:p>
          <a:p>
            <a:pPr eaLnBrk="0" hangingPunct="0"/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 SMOTE balanced class 1 (handover) in training</a:t>
            </a: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96D65C6-C6D1-7D68-BDA2-C1457C4E6C1A}"/>
              </a:ext>
            </a:extLst>
          </p:cNvPr>
          <p:cNvPicPr preferRelativeResize="0">
            <a:picLocks noGrp="1"/>
          </p:cNvPicPr>
          <p:nvPr>
            <p:ph sz="quarter" idx="1"/>
          </p:nvPr>
        </p:nvPicPr>
        <p:blipFill>
          <a:blip r:embed="rId2"/>
          <a:srcRect t="1921"/>
          <a:stretch/>
        </p:blipFill>
        <p:spPr>
          <a:xfrm>
            <a:off x="559259" y="1940075"/>
            <a:ext cx="3657600" cy="2771221"/>
          </a:xfr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2306E82-D5CD-DFD8-0B0E-8C6A5318B7E9}"/>
              </a:ext>
            </a:extLst>
          </p:cNvPr>
          <p:cNvPicPr preferRelativeResize="0">
            <a:picLocks noGrp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6422197" y="1912937"/>
            <a:ext cx="3657600" cy="2825496"/>
          </a:xfrm>
        </p:spPr>
      </p:pic>
    </p:spTree>
    <p:extLst>
      <p:ext uri="{BB962C8B-B14F-4D97-AF65-F5344CB8AC3E}">
        <p14:creationId xmlns:p14="http://schemas.microsoft.com/office/powerpoint/2010/main" val="36580834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5F9D9-D7E8-D376-3E8E-67F89446C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0620754" cy="1081088"/>
          </a:xfrm>
        </p:spPr>
        <p:txBody>
          <a:bodyPr/>
          <a:lstStyle/>
          <a:p>
            <a:r>
              <a:rPr lang="en-US" sz="3600" kern="1200" dirty="0"/>
              <a:t>Evaluation Across number of UE and the UE mobility scenarios for Random Forest</a:t>
            </a:r>
            <a:endParaRPr lang="en-US" sz="3600" dirty="0"/>
          </a:p>
        </p:txBody>
      </p:sp>
      <p:graphicFrame>
        <p:nvGraphicFramePr>
          <p:cNvPr id="21" name="Content Placeholder 20">
            <a:extLst>
              <a:ext uri="{FF2B5EF4-FFF2-40B4-BE49-F238E27FC236}">
                <a16:creationId xmlns:a16="http://schemas.microsoft.com/office/drawing/2014/main" id="{CD26266A-70E6-155E-CC5C-6977E36B3C20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924462624"/>
              </p:ext>
            </p:extLst>
          </p:nvPr>
        </p:nvGraphicFramePr>
        <p:xfrm>
          <a:off x="479425" y="1844675"/>
          <a:ext cx="9776849" cy="350878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58640">
                  <a:extLst>
                    <a:ext uri="{9D8B030D-6E8A-4147-A177-3AD203B41FA5}">
                      <a16:colId xmlns:a16="http://schemas.microsoft.com/office/drawing/2014/main" val="975900447"/>
                    </a:ext>
                  </a:extLst>
                </a:gridCol>
                <a:gridCol w="2107290">
                  <a:extLst>
                    <a:ext uri="{9D8B030D-6E8A-4147-A177-3AD203B41FA5}">
                      <a16:colId xmlns:a16="http://schemas.microsoft.com/office/drawing/2014/main" val="1708042894"/>
                    </a:ext>
                  </a:extLst>
                </a:gridCol>
                <a:gridCol w="2299323">
                  <a:extLst>
                    <a:ext uri="{9D8B030D-6E8A-4147-A177-3AD203B41FA5}">
                      <a16:colId xmlns:a16="http://schemas.microsoft.com/office/drawing/2014/main" val="1922563223"/>
                    </a:ext>
                  </a:extLst>
                </a:gridCol>
                <a:gridCol w="1906597">
                  <a:extLst>
                    <a:ext uri="{9D8B030D-6E8A-4147-A177-3AD203B41FA5}">
                      <a16:colId xmlns:a16="http://schemas.microsoft.com/office/drawing/2014/main" val="1939551467"/>
                    </a:ext>
                  </a:extLst>
                </a:gridCol>
                <a:gridCol w="1904999">
                  <a:extLst>
                    <a:ext uri="{9D8B030D-6E8A-4147-A177-3AD203B41FA5}">
                      <a16:colId xmlns:a16="http://schemas.microsoft.com/office/drawing/2014/main" val="3309699020"/>
                    </a:ext>
                  </a:extLst>
                </a:gridCol>
              </a:tblGrid>
              <a:tr h="441739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FFFFFF"/>
                          </a:solidFill>
                          <a:effectLst/>
                          <a:latin typeface="Ericsson Hilda"/>
                        </a:rPr>
                        <a:t>Metric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  <a:latin typeface="Ericsson Hilda"/>
                      </a:endParaRPr>
                    </a:p>
                  </a:txBody>
                  <a:tcPr marL="110014" marR="81734" marT="85973" marB="8463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74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FFFFFF"/>
                          </a:solidFill>
                          <a:effectLst/>
                          <a:latin typeface="Ericsson Hilda"/>
                        </a:rPr>
                        <a:t>Pedestrian – 1 UE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  <a:latin typeface="Ericsson Hilda"/>
                      </a:endParaRPr>
                    </a:p>
                  </a:txBody>
                  <a:tcPr marL="110014" marR="81734" marT="85973" marB="8463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74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FFFFFF"/>
                          </a:solidFill>
                          <a:effectLst/>
                          <a:latin typeface="Ericsson Hilda"/>
                        </a:rPr>
                        <a:t>Pedestrian – 10 UEs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  <a:latin typeface="Ericsson Hilda"/>
                      </a:endParaRPr>
                    </a:p>
                  </a:txBody>
                  <a:tcPr marL="110014" marR="81734" marT="85973" marB="8463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74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FFFFFF"/>
                          </a:solidFill>
                          <a:effectLst/>
                          <a:latin typeface="Ericsson Hilda"/>
                        </a:rPr>
                        <a:t>Vehicle – 1 UE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  <a:latin typeface="Ericsson Hilda"/>
                      </a:endParaRPr>
                    </a:p>
                  </a:txBody>
                  <a:tcPr marL="110014" marR="81734" marT="85973" marB="8463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74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FFFFFF"/>
                          </a:solidFill>
                          <a:effectLst/>
                          <a:latin typeface="Ericsson Hilda"/>
                        </a:rPr>
                        <a:t>Vehicle – 10 UEs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  <a:latin typeface="Ericsson Hilda"/>
                      </a:endParaRPr>
                    </a:p>
                  </a:txBody>
                  <a:tcPr marL="110014" marR="81734" marT="85973" marB="8463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74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195524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Accuracy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marL="110014" marR="81734" marT="85973" marB="8463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172866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Precision (0)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marL="110014" marR="81734" marT="85973" marB="8463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13355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Recall (0)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marL="110014" marR="81734" marT="85973" marB="8463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65078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F1-Score (0)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marL="110014" marR="81734" marT="85973" marB="8463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3556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Precision (1)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marL="110014" marR="81734" marT="85973" marB="8463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402931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Recall (1)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marL="110014" marR="81734" marT="85973" marB="8463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059688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F1-Score (1)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marL="110014" marR="81734" marT="85973" marB="8463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702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4384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91891FD-29AA-18E4-FC5A-2B8FD989D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476250"/>
            <a:ext cx="9847381" cy="1081088"/>
          </a:xfrm>
        </p:spPr>
        <p:txBody>
          <a:bodyPr/>
          <a:lstStyle/>
          <a:p>
            <a:r>
              <a:rPr lang="en-US" sz="3600" kern="1200" dirty="0"/>
              <a:t>Evaluation Across number of UE and the UE mobility scenarios for </a:t>
            </a:r>
            <a:r>
              <a:rPr lang="en-US" sz="3600" kern="1200" dirty="0" err="1"/>
              <a:t>XGBoost</a:t>
            </a:r>
            <a:endParaRPr lang="en-US" sz="3600" dirty="0" err="1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3EAAE783-BF3B-3BFA-FF36-1CD1BD5303FD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25783368"/>
              </p:ext>
            </p:extLst>
          </p:nvPr>
        </p:nvGraphicFramePr>
        <p:xfrm>
          <a:off x="479425" y="1844675"/>
          <a:ext cx="9773474" cy="350370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35977">
                  <a:extLst>
                    <a:ext uri="{9D8B030D-6E8A-4147-A177-3AD203B41FA5}">
                      <a16:colId xmlns:a16="http://schemas.microsoft.com/office/drawing/2014/main" val="33849646"/>
                    </a:ext>
                  </a:extLst>
                </a:gridCol>
                <a:gridCol w="2029239">
                  <a:extLst>
                    <a:ext uri="{9D8B030D-6E8A-4147-A177-3AD203B41FA5}">
                      <a16:colId xmlns:a16="http://schemas.microsoft.com/office/drawing/2014/main" val="843530808"/>
                    </a:ext>
                  </a:extLst>
                </a:gridCol>
                <a:gridCol w="2250107">
                  <a:extLst>
                    <a:ext uri="{9D8B030D-6E8A-4147-A177-3AD203B41FA5}">
                      <a16:colId xmlns:a16="http://schemas.microsoft.com/office/drawing/2014/main" val="547239386"/>
                    </a:ext>
                  </a:extLst>
                </a:gridCol>
                <a:gridCol w="1656521">
                  <a:extLst>
                    <a:ext uri="{9D8B030D-6E8A-4147-A177-3AD203B41FA5}">
                      <a16:colId xmlns:a16="http://schemas.microsoft.com/office/drawing/2014/main" val="356881739"/>
                    </a:ext>
                  </a:extLst>
                </a:gridCol>
                <a:gridCol w="2001630">
                  <a:extLst>
                    <a:ext uri="{9D8B030D-6E8A-4147-A177-3AD203B41FA5}">
                      <a16:colId xmlns:a16="http://schemas.microsoft.com/office/drawing/2014/main" val="592744339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FFFFFF"/>
                          </a:solidFill>
                          <a:effectLst/>
                          <a:latin typeface="Ericsson Hilda"/>
                        </a:rPr>
                        <a:t>Metric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marL="110014" marR="81734" marT="85973" marB="8463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4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74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FFFFFF"/>
                          </a:solidFill>
                          <a:effectLst/>
                          <a:latin typeface="Ericsson Hilda"/>
                        </a:rPr>
                        <a:t>Pedestrian – 1 UE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marL="110014" marR="81734" marT="85973" marB="8463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4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74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FFFFFF"/>
                          </a:solidFill>
                          <a:effectLst/>
                          <a:latin typeface="Ericsson Hilda"/>
                        </a:rPr>
                        <a:t>Pedestrian – 10 UEs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marL="110014" marR="81734" marT="85973" marB="8463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4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74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FFFFFF"/>
                          </a:solidFill>
                          <a:effectLst/>
                          <a:latin typeface="Ericsson Hilda"/>
                        </a:rPr>
                        <a:t>Vehicle – 1 UE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marL="110014" marR="81734" marT="85973" marB="8463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4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74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FFFFFF"/>
                          </a:solidFill>
                          <a:effectLst/>
                          <a:latin typeface="Ericsson Hilda"/>
                        </a:rPr>
                        <a:t>Vehicle – 10 UEs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marL="110014" marR="81734" marT="85973" marB="8463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4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74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727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Accuracy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marL="110014" marR="81734" marT="85973" marB="8463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4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4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4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4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4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25931"/>
                  </a:ext>
                </a:extLst>
              </a:tr>
              <a:tr h="441739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Precision (0)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marL="110014" marR="81734" marT="85973" marB="8463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012154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Recall (0)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marL="110014" marR="81734" marT="85973" marB="8463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57348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F1-Score (0)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marL="110014" marR="81734" marT="85973" marB="8463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074269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Precision (1)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marL="110014" marR="81734" marT="85973" marB="8463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17130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Recall (1)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marL="110014" marR="81734" marT="85973" marB="8463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42629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F1-Score (1)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marL="110014" marR="81734" marT="85973" marB="8463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181818"/>
                          </a:solidFill>
                          <a:effectLst/>
                          <a:latin typeface="Ericsson Hilda"/>
                        </a:rPr>
                        <a:t>1.0</a:t>
                      </a:r>
                      <a:endParaRPr lang="en-US" b="0" i="0">
                        <a:solidFill>
                          <a:srgbClr val="181818"/>
                        </a:solidFill>
                        <a:effectLst/>
                        <a:latin typeface="Ericsson Hild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747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34403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27B34-731A-8218-6403-0846ADE1F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4278B5-86BA-1625-06E9-FDC559749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0521950" cy="1081088"/>
          </a:xfrm>
        </p:spPr>
        <p:txBody>
          <a:bodyPr wrap="square" anchor="t">
            <a:normAutofit/>
          </a:bodyPr>
          <a:lstStyle/>
          <a:p>
            <a:r>
              <a:rPr lang="en-US" sz="3600"/>
              <a:t>Experiment: 4 Features</a:t>
            </a:r>
            <a:br>
              <a:rPr lang="en-US" sz="3700"/>
            </a:br>
            <a:endParaRPr lang="en-US" sz="3700"/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C693F7BE-5EE2-3D74-A06E-75AB26B4211B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70535064"/>
              </p:ext>
            </p:extLst>
          </p:nvPr>
        </p:nvGraphicFramePr>
        <p:xfrm>
          <a:off x="479425" y="1844675"/>
          <a:ext cx="11233150" cy="4392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58994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43E84D2-B2BF-43B4-3BC3-1DD565C4C37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r>
              <a:rPr lang="en-US" sz="1100" b="1"/>
              <a:t>Vehicle 10 UE data: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100" b="1"/>
              <a:t> </a:t>
            </a:r>
            <a:r>
              <a:rPr lang="en-US" sz="1050"/>
              <a:t>ROC AUC = 1.000 indicates a complete class separability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000"/>
              <a:t>Model correctly distinguishes all handover and non-handover samples</a:t>
            </a:r>
            <a:endParaRPr lang="en-US" sz="1050"/>
          </a:p>
          <a:p>
            <a:pPr>
              <a:buFont typeface="Wingdings" panose="05000000000000000000" pitchFamily="2" charset="2"/>
              <a:buChar char="§"/>
            </a:pPr>
            <a:r>
              <a:rPr lang="en-US" sz="1000"/>
              <a:t>Perfect result likely due to features encoding the label logic (RSRP difference or fulfilled cells)</a:t>
            </a:r>
            <a:endParaRPr lang="en-US" sz="1050"/>
          </a:p>
          <a:p>
            <a:pPr>
              <a:buFont typeface="Wingdings" panose="05000000000000000000" pitchFamily="2" charset="2"/>
              <a:buChar char="§"/>
            </a:pPr>
            <a:endParaRPr lang="en-US" sz="1100" b="1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8DBBB0B-5794-D08C-CACA-2E8988A68E1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100"/>
              <a:t> </a:t>
            </a:r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r>
              <a:rPr lang="en-US" sz="1100" b="1"/>
              <a:t>Vehicle 1 UE data: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050"/>
              <a:t> ROC AUC = 1.000 indicating perfect separability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050"/>
              <a:t>Model predicts flawlessly on test data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050"/>
              <a:t>Result may reflect either strong feature-label correlation or excellent signal separability in 1 UE scenario</a:t>
            </a:r>
            <a:endParaRPr lang="en-US" sz="1100"/>
          </a:p>
          <a:p>
            <a:pPr>
              <a:buFont typeface="Wingdings" panose="05000000000000000000" pitchFamily="2" charset="2"/>
              <a:buChar char="§"/>
            </a:pPr>
            <a:endParaRPr lang="en-US" sz="1050"/>
          </a:p>
          <a:p>
            <a:pPr marL="0" indent="0">
              <a:buNone/>
            </a:pPr>
            <a:endParaRPr lang="en-US" sz="1100" b="1"/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1E887F-5D05-596F-4F58-7BE8A85B1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476250"/>
            <a:ext cx="10411128" cy="1081088"/>
          </a:xfrm>
        </p:spPr>
        <p:txBody>
          <a:bodyPr/>
          <a:lstStyle/>
          <a:p>
            <a:r>
              <a:rPr lang="en-US" sz="3600" kern="1200" dirty="0"/>
              <a:t>ROC Curve – Vehicle Handover Classifier random forest scenarios for both 1 UE and 10 UE data </a:t>
            </a:r>
            <a:endParaRPr lang="en-US" sz="3600" dirty="0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5DCD1B08-E664-FB32-1867-361ECF2EAA90}"/>
              </a:ext>
            </a:extLst>
          </p:cNvPr>
          <p:cNvPicPr preferRelativeResize="0">
            <a:picLocks noGrp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37001" y="2055888"/>
            <a:ext cx="3657600" cy="2825496"/>
          </a:xfrm>
        </p:spPr>
      </p:pic>
      <p:pic>
        <p:nvPicPr>
          <p:cNvPr id="11" name="Content Placeholder 11">
            <a:extLst>
              <a:ext uri="{FF2B5EF4-FFF2-40B4-BE49-F238E27FC236}">
                <a16:creationId xmlns:a16="http://schemas.microsoft.com/office/drawing/2014/main" id="{309F4E6B-442E-6369-7449-5D2783BE6923}"/>
              </a:ext>
            </a:extLst>
          </p:cNvPr>
          <p:cNvPicPr preferRelativeResize="0">
            <a:picLocks noGrp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6309880" y="2055888"/>
            <a:ext cx="3657600" cy="2825496"/>
          </a:xfrm>
        </p:spPr>
      </p:pic>
    </p:spTree>
    <p:extLst>
      <p:ext uri="{BB962C8B-B14F-4D97-AF65-F5344CB8AC3E}">
        <p14:creationId xmlns:p14="http://schemas.microsoft.com/office/powerpoint/2010/main" val="42612901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8F5BC1-51BE-5F0E-AC81-3F5E8089390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r>
              <a:rPr lang="en-US" sz="1100" b="1"/>
              <a:t>Pedestrian 10 UE data: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AUC = 1.000 (perfect classification)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Consistent performance across multiple UEs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Feature-label correlation likely explains result</a:t>
            </a:r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A6BFC4-CB80-9738-0042-86B5199BBD9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endParaRPr lang="en-US" sz="1100" b="1"/>
          </a:p>
          <a:p>
            <a:pPr marL="0" indent="0">
              <a:spcBef>
                <a:spcPts val="0"/>
              </a:spcBef>
              <a:buNone/>
            </a:pPr>
            <a:endParaRPr lang="en-US" sz="1100" b="1"/>
          </a:p>
          <a:p>
            <a:pPr marL="0" indent="0">
              <a:spcBef>
                <a:spcPts val="0"/>
              </a:spcBef>
              <a:buNone/>
            </a:pPr>
            <a:endParaRPr lang="en-US" sz="1100" b="1"/>
          </a:p>
          <a:p>
            <a:pPr marL="0" indent="0">
              <a:buNone/>
            </a:pPr>
            <a:r>
              <a:rPr lang="en-US" sz="1100" b="1"/>
              <a:t>Pedestrian 1 UE data: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100" b="1"/>
              <a:t> </a:t>
            </a:r>
            <a:r>
              <a:rPr lang="en-US" sz="1050"/>
              <a:t>AUC = 1.000 (perfect ROC curve)</a:t>
            </a:r>
            <a:endParaRPr lang="en-US" sz="1100" b="1"/>
          </a:p>
          <a:p>
            <a:pPr>
              <a:buFont typeface="Wingdings" panose="05000000000000000000" pitchFamily="2" charset="2"/>
              <a:buChar char="§"/>
            </a:pPr>
            <a:r>
              <a:rPr lang="en-US" sz="1100" b="1"/>
              <a:t> </a:t>
            </a:r>
            <a:r>
              <a:rPr lang="en-US" sz="1050"/>
              <a:t>Model achieves zero test error</a:t>
            </a:r>
            <a:endParaRPr lang="en-US" sz="1100" b="1"/>
          </a:p>
          <a:p>
            <a:pPr>
              <a:buFont typeface="Wingdings" panose="05000000000000000000" pitchFamily="2" charset="2"/>
              <a:buChar char="§"/>
            </a:pPr>
            <a:r>
              <a:rPr lang="en-US" sz="1100" b="1"/>
              <a:t> </a:t>
            </a:r>
            <a:r>
              <a:rPr lang="en-US" sz="1050"/>
              <a:t>Likely influenced by </a:t>
            </a:r>
            <a:r>
              <a:rPr lang="en-US" sz="1050" err="1"/>
              <a:t>rsrp_diff</a:t>
            </a:r>
            <a:r>
              <a:rPr lang="en-US" sz="1050"/>
              <a:t> encoding label condition</a:t>
            </a:r>
            <a:endParaRPr lang="en-US" sz="1100" b="1"/>
          </a:p>
          <a:p>
            <a:pPr marL="0" indent="0">
              <a:spcBef>
                <a:spcPts val="0"/>
              </a:spcBef>
              <a:buNone/>
            </a:pPr>
            <a:endParaRPr lang="en-US" sz="1100" b="1"/>
          </a:p>
          <a:p>
            <a:endParaRPr lang="en-US" sz="110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DDE7F44-9A57-EC23-B360-AB0E1FE1C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0536918" cy="1081088"/>
          </a:xfrm>
        </p:spPr>
        <p:txBody>
          <a:bodyPr/>
          <a:lstStyle/>
          <a:p>
            <a:r>
              <a:rPr lang="en-US" sz="3600" kern="1200" dirty="0"/>
              <a:t>ROC Curve – Pedestrian Handover Classifier random forest scenarios for both 1 UE and 10 UE data </a:t>
            </a:r>
            <a:endParaRPr lang="en-US" sz="3600" dirty="0"/>
          </a:p>
        </p:txBody>
      </p:sp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271BD7F9-B9F9-3B12-8E0F-75B34D0B1992}"/>
              </a:ext>
            </a:extLst>
          </p:cNvPr>
          <p:cNvPicPr preferRelativeResize="0">
            <a:picLocks noGrp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20736" y="1875669"/>
            <a:ext cx="3657600" cy="2825496"/>
          </a:xfrm>
        </p:spPr>
      </p:pic>
      <p:pic>
        <p:nvPicPr>
          <p:cNvPr id="11" name="Content Placeholder 5">
            <a:extLst>
              <a:ext uri="{FF2B5EF4-FFF2-40B4-BE49-F238E27FC236}">
                <a16:creationId xmlns:a16="http://schemas.microsoft.com/office/drawing/2014/main" id="{5C9DF2A7-0957-A23E-270F-59A421524432}"/>
              </a:ext>
            </a:extLst>
          </p:cNvPr>
          <p:cNvPicPr preferRelativeResize="0">
            <a:picLocks noGrp="1"/>
          </p:cNvPicPr>
          <p:nvPr>
            <p:ph sz="quarter" idx="2"/>
          </p:nvPr>
        </p:nvPicPr>
        <p:blipFill>
          <a:blip r:embed="rId2"/>
          <a:stretch>
            <a:fillRect/>
          </a:stretch>
        </p:blipFill>
        <p:spPr>
          <a:xfrm>
            <a:off x="6228409" y="1875669"/>
            <a:ext cx="3657600" cy="2825496"/>
          </a:xfrm>
        </p:spPr>
      </p:pic>
    </p:spTree>
    <p:extLst>
      <p:ext uri="{BB962C8B-B14F-4D97-AF65-F5344CB8AC3E}">
        <p14:creationId xmlns:p14="http://schemas.microsoft.com/office/powerpoint/2010/main" val="42749460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FD80CE-1BC7-2547-5D72-27685DF6C38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r>
              <a:rPr lang="en-US" sz="1100" b="1"/>
              <a:t>10 UE Vehicle: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100" b="1"/>
              <a:t> </a:t>
            </a:r>
            <a:r>
              <a:rPr lang="en-US" sz="1050"/>
              <a:t>AUC = 1.000 (flawless prediction)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050"/>
              <a:t> </a:t>
            </a:r>
            <a:r>
              <a:rPr lang="en-US" sz="1000"/>
              <a:t>Similar result despite higher user density</a:t>
            </a:r>
            <a:endParaRPr lang="en-US" sz="1050"/>
          </a:p>
          <a:p>
            <a:pPr>
              <a:buFont typeface="Wingdings" panose="05000000000000000000" pitchFamily="2" charset="2"/>
              <a:buChar char="§"/>
            </a:pPr>
            <a:r>
              <a:rPr lang="en-US" sz="1050"/>
              <a:t>This indicates </a:t>
            </a:r>
            <a:r>
              <a:rPr lang="en-US" sz="1000"/>
              <a:t>strong feature-label correlation</a:t>
            </a:r>
            <a:endParaRPr lang="en-US" sz="1050"/>
          </a:p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CCE46D-413A-784C-62EB-F591B8E7DF8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r>
              <a:rPr lang="en-US" sz="1100" b="1"/>
              <a:t>1 UE Vehicle: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100" b="1"/>
              <a:t> </a:t>
            </a:r>
            <a:r>
              <a:rPr lang="en-US" sz="1050"/>
              <a:t>AUC = 1.000 (perfect classification)</a:t>
            </a:r>
            <a:endParaRPr lang="en-US" sz="1100" b="1"/>
          </a:p>
          <a:p>
            <a:pPr>
              <a:buFont typeface="Wingdings" panose="05000000000000000000" pitchFamily="2" charset="2"/>
              <a:buChar char="§"/>
            </a:pPr>
            <a:r>
              <a:rPr lang="en-US" sz="1100" b="1"/>
              <a:t> </a:t>
            </a:r>
            <a:r>
              <a:rPr lang="en-US" sz="1050"/>
              <a:t>Model separates classes without error</a:t>
            </a: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2815DDA-DBCC-C8BE-6FE2-B5ADBD95B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0733732" cy="1081088"/>
          </a:xfrm>
        </p:spPr>
        <p:txBody>
          <a:bodyPr/>
          <a:lstStyle/>
          <a:p>
            <a:r>
              <a:rPr lang="en-US" sz="3600" kern="1200" dirty="0"/>
              <a:t>ROC Curve – Vehicle Handover Classifier </a:t>
            </a:r>
            <a:r>
              <a:rPr lang="en-US" sz="3600" kern="1200" dirty="0" err="1"/>
              <a:t>XGBoost</a:t>
            </a:r>
            <a:r>
              <a:rPr lang="en-US" sz="3600" kern="1200" dirty="0"/>
              <a:t> scenarios for both 1 UE and 10 UE data</a:t>
            </a:r>
            <a:endParaRPr lang="en-US" sz="3600" dirty="0"/>
          </a:p>
        </p:txBody>
      </p:sp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DF31111C-04B6-38C9-58F8-CD624C21E263}"/>
              </a:ext>
            </a:extLst>
          </p:cNvPr>
          <p:cNvPicPr preferRelativeResize="0">
            <a:picLocks noGrp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71548" y="1879249"/>
            <a:ext cx="3657600" cy="2825496"/>
          </a:xfrm>
        </p:spPr>
      </p:pic>
      <p:pic>
        <p:nvPicPr>
          <p:cNvPr id="11" name="Content Placeholder 5">
            <a:extLst>
              <a:ext uri="{FF2B5EF4-FFF2-40B4-BE49-F238E27FC236}">
                <a16:creationId xmlns:a16="http://schemas.microsoft.com/office/drawing/2014/main" id="{BBB0FF89-1E02-FB23-0FAC-09B94CE4F04A}"/>
              </a:ext>
            </a:extLst>
          </p:cNvPr>
          <p:cNvPicPr preferRelativeResize="0">
            <a:picLocks noGrp="1"/>
          </p:cNvPicPr>
          <p:nvPr>
            <p:ph sz="quarter" idx="2"/>
          </p:nvPr>
        </p:nvPicPr>
        <p:blipFill>
          <a:blip r:embed="rId2"/>
          <a:stretch>
            <a:fillRect/>
          </a:stretch>
        </p:blipFill>
        <p:spPr>
          <a:xfrm>
            <a:off x="6238234" y="1879249"/>
            <a:ext cx="3657600" cy="2825496"/>
          </a:xfrm>
        </p:spPr>
      </p:pic>
    </p:spTree>
    <p:extLst>
      <p:ext uri="{BB962C8B-B14F-4D97-AF65-F5344CB8AC3E}">
        <p14:creationId xmlns:p14="http://schemas.microsoft.com/office/powerpoint/2010/main" val="37393837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0C96F-3977-8F07-A808-D99E99578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476250"/>
            <a:ext cx="10872167" cy="1081088"/>
          </a:xfrm>
        </p:spPr>
        <p:txBody>
          <a:bodyPr/>
          <a:lstStyle/>
          <a:p>
            <a:r>
              <a:rPr lang="en-US" sz="3600" kern="1200" dirty="0"/>
              <a:t>ROC Curve – Pedestrian Handover Classifier </a:t>
            </a:r>
            <a:r>
              <a:rPr lang="en-US" sz="3600" kern="1200" dirty="0" err="1"/>
              <a:t>XGBoost</a:t>
            </a:r>
            <a:r>
              <a:rPr lang="en-US" sz="3600" kern="1200" dirty="0"/>
              <a:t> scenarios for both 1 UE and 10 UE data </a:t>
            </a:r>
            <a:endParaRPr lang="en-US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2C7F1E-430C-341F-3B84-66633085A73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sz="1200" b="1"/>
          </a:p>
          <a:p>
            <a:endParaRPr lang="en-US" sz="1200" b="1"/>
          </a:p>
          <a:p>
            <a:endParaRPr lang="en-US" sz="1200" b="1"/>
          </a:p>
          <a:p>
            <a:pPr marL="0" indent="0">
              <a:buNone/>
            </a:pPr>
            <a:r>
              <a:rPr lang="en-US" sz="1200" b="1"/>
              <a:t>10UE Pedestrian</a:t>
            </a:r>
          </a:p>
          <a:p>
            <a:pPr marR="0" lvl="0" defTabSz="914400" eaLnBrk="0" latinLnBrk="0" hangingPunct="0">
              <a:lnSpc>
                <a:spcPct val="100000"/>
              </a:lnSpc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altLang="en-US" sz="1100"/>
              <a:t>AUC = 1.000, also showing perfect classification.</a:t>
            </a:r>
          </a:p>
          <a:p>
            <a:pPr marR="0" lvl="0" defTabSz="914400" eaLnBrk="0" latinLnBrk="0" hangingPunct="0">
              <a:lnSpc>
                <a:spcPct val="100000"/>
              </a:lnSpc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1100"/>
              <a:t> Suggests that the feature set (e.g., RSRP difference) is highly predictive even under multi-user interference.</a:t>
            </a:r>
          </a:p>
          <a:p>
            <a:pPr marR="0" lvl="0" defTabSz="914400" eaLnBrk="0" latinLnBrk="0" hangingPunct="0">
              <a:lnSpc>
                <a:spcPct val="100000"/>
              </a:lnSpc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1100"/>
              <a:t> However, perfect AUC may signal overfitting or data leakage — further validation may be required.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200" b="1"/>
          </a:p>
          <a:p>
            <a:endParaRPr lang="en-US" sz="1200" b="1"/>
          </a:p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7EA7DD-B879-F608-F429-B199545D348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sz="1200" b="1"/>
          </a:p>
          <a:p>
            <a:endParaRPr lang="en-US" sz="1200" b="1"/>
          </a:p>
          <a:p>
            <a:pPr marL="0" indent="0">
              <a:buNone/>
            </a:pPr>
            <a:endParaRPr lang="en-US" sz="1200" b="1"/>
          </a:p>
          <a:p>
            <a:pPr marL="0" indent="0">
              <a:buNone/>
            </a:pPr>
            <a:r>
              <a:rPr lang="en-US" sz="1100" b="1"/>
              <a:t>1 UE Pedestrian:</a:t>
            </a:r>
          </a:p>
          <a:p>
            <a:pPr eaLnBrk="0" hangingPunct="0">
              <a:buFont typeface="Wingdings" panose="05000000000000000000" pitchFamily="2" charset="2"/>
              <a:buChar char="§"/>
            </a:pPr>
            <a:r>
              <a:rPr lang="en-US" sz="1100"/>
              <a:t>  </a:t>
            </a:r>
            <a:r>
              <a:rPr lang="en-US" altLang="en-US" sz="1100"/>
              <a:t>AUC = 1.000, indicating perfect model performance.</a:t>
            </a:r>
          </a:p>
          <a:p>
            <a:pPr eaLnBrk="0" hangingPunct="0">
              <a:buFont typeface="Wingdings" panose="05000000000000000000" pitchFamily="2" charset="2"/>
              <a:buChar char="§"/>
            </a:pPr>
            <a:r>
              <a:rPr lang="en-US" altLang="en-US" sz="1100"/>
              <a:t>Classifier accurately separates handover vs. non-handover events.</a:t>
            </a:r>
          </a:p>
          <a:p>
            <a:pPr eaLnBrk="0" hangingPunct="0">
              <a:buFont typeface="Wingdings" panose="05000000000000000000" pitchFamily="2" charset="2"/>
              <a:buChar char="§"/>
            </a:pPr>
            <a:r>
              <a:rPr lang="en-US" altLang="en-US" sz="1100"/>
              <a:t>Likely due to strong signal separation and low data complexity.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200" b="1"/>
          </a:p>
          <a:p>
            <a:endParaRPr lang="en-US" sz="1200" b="1"/>
          </a:p>
          <a:p>
            <a:endParaRPr lang="en-US"/>
          </a:p>
        </p:txBody>
      </p:sp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2882EED0-A055-2FB9-94AA-81161C743C37}"/>
              </a:ext>
            </a:extLst>
          </p:cNvPr>
          <p:cNvPicPr preferRelativeResize="0">
            <a:picLocks noGrp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477193" y="2134961"/>
            <a:ext cx="3657600" cy="2825496"/>
          </a:xfrm>
        </p:spPr>
      </p:pic>
      <p:pic>
        <p:nvPicPr>
          <p:cNvPr id="11" name="Content Placeholder 5">
            <a:extLst>
              <a:ext uri="{FF2B5EF4-FFF2-40B4-BE49-F238E27FC236}">
                <a16:creationId xmlns:a16="http://schemas.microsoft.com/office/drawing/2014/main" id="{EFDE2FBB-C0FC-3EB6-8356-73258341947F}"/>
              </a:ext>
            </a:extLst>
          </p:cNvPr>
          <p:cNvPicPr preferRelativeResize="0">
            <a:picLocks noGrp="1"/>
          </p:cNvPicPr>
          <p:nvPr>
            <p:ph sz="quarter" idx="2"/>
          </p:nvPr>
        </p:nvPicPr>
        <p:blipFill>
          <a:blip r:embed="rId2"/>
          <a:stretch>
            <a:fillRect/>
          </a:stretch>
        </p:blipFill>
        <p:spPr>
          <a:xfrm>
            <a:off x="6385123" y="2131508"/>
            <a:ext cx="3657600" cy="2825496"/>
          </a:xfrm>
        </p:spPr>
      </p:pic>
    </p:spTree>
    <p:extLst>
      <p:ext uri="{BB962C8B-B14F-4D97-AF65-F5344CB8AC3E}">
        <p14:creationId xmlns:p14="http://schemas.microsoft.com/office/powerpoint/2010/main" val="5422001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E72DC9-C890-80C3-8923-DBB4255435C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72000" tIns="36000" rIns="72000" bIns="36000" rtlCol="0" anchor="t">
            <a:noAutofit/>
          </a:bodyPr>
          <a:lstStyle/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r>
              <a:rPr lang="en-US" sz="1100" b="1"/>
              <a:t>10 UE Vehicular Mobility data:</a:t>
            </a:r>
          </a:p>
          <a:p>
            <a:pPr marL="264795" indent="-264795">
              <a:buFont typeface="Wingdings" panose="05000000000000000000" pitchFamily="2" charset="2"/>
              <a:buChar char="§"/>
            </a:pPr>
            <a:r>
              <a:rPr lang="en-US" sz="1100" b="1"/>
              <a:t> </a:t>
            </a:r>
            <a:r>
              <a:rPr lang="en-US" sz="1050"/>
              <a:t>506188 no-handover and 2588 handover samples predicted with 100% accuracy</a:t>
            </a:r>
            <a:endParaRPr lang="en-US" sz="1100" b="1"/>
          </a:p>
          <a:p>
            <a:pPr marL="264795" indent="-264795">
              <a:buFont typeface="Wingdings" panose="05000000000000000000" pitchFamily="2" charset="2"/>
              <a:buChar char="§"/>
            </a:pPr>
            <a:r>
              <a:rPr lang="en-US" sz="1100" b="1"/>
              <a:t> </a:t>
            </a:r>
            <a:r>
              <a:rPr lang="en-US" sz="1050"/>
              <a:t>Zero misclassifications</a:t>
            </a:r>
            <a:endParaRPr lang="en-US" sz="1100" b="1"/>
          </a:p>
          <a:p>
            <a:pPr marL="264795" indent="-264795">
              <a:buFont typeface="Wingdings" panose="05000000000000000000" pitchFamily="2" charset="2"/>
              <a:buChar char="§"/>
            </a:pPr>
            <a:r>
              <a:rPr lang="en-US" sz="1100" b="1"/>
              <a:t> </a:t>
            </a:r>
            <a:r>
              <a:rPr lang="en-US" sz="1050"/>
              <a:t>Feature set likely reveals label condition directly, suggesting overfitting</a:t>
            </a:r>
            <a:endParaRPr lang="en-US" sz="1100" b="1"/>
          </a:p>
          <a:p>
            <a:pPr marL="0" indent="0">
              <a:buNone/>
            </a:pP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26F464-90DC-2812-1E4C-52561970C09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1655" y="3936875"/>
            <a:ext cx="5472113" cy="2304874"/>
          </a:xfrm>
        </p:spPr>
        <p:txBody>
          <a:bodyPr vert="horz" lIns="72000" tIns="36000" rIns="72000" bIns="36000" rtlCol="0" anchor="t">
            <a:noAutofit/>
          </a:bodyPr>
          <a:lstStyle/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r>
              <a:rPr lang="en-US" sz="1100" b="1"/>
              <a:t>Single UE Vehicular Mobility data:</a:t>
            </a:r>
          </a:p>
          <a:p>
            <a:pPr marL="264795" indent="-264795">
              <a:buFont typeface="Wingdings" panose="05000000000000000000" pitchFamily="2" charset="2"/>
              <a:buChar char="§"/>
            </a:pPr>
            <a:r>
              <a:rPr lang="en-US" sz="1100" b="1"/>
              <a:t> </a:t>
            </a:r>
            <a:r>
              <a:rPr lang="en-US" sz="1050"/>
              <a:t>All 53023 no-handover and 246 handover samples are classified correctly</a:t>
            </a:r>
          </a:p>
          <a:p>
            <a:pPr marL="264795" indent="-264795">
              <a:buFont typeface="Wingdings" panose="05000000000000000000" pitchFamily="2" charset="2"/>
              <a:buChar char="§"/>
            </a:pPr>
            <a:r>
              <a:rPr lang="en-US" sz="1050" b="1"/>
              <a:t> </a:t>
            </a:r>
            <a:r>
              <a:rPr lang="pt-BR" sz="1050"/>
              <a:t>Zero false positives </a:t>
            </a:r>
            <a:r>
              <a:rPr lang="pt-BR" sz="1050" err="1"/>
              <a:t>or</a:t>
            </a:r>
            <a:r>
              <a:rPr lang="pt-BR" sz="1050"/>
              <a:t> false negatives</a:t>
            </a:r>
            <a:endParaRPr lang="en-US" sz="1050"/>
          </a:p>
          <a:p>
            <a:pPr marL="264795" indent="-264795">
              <a:buFont typeface="Wingdings" panose="05000000000000000000" pitchFamily="2" charset="2"/>
              <a:buChar char="§"/>
            </a:pPr>
            <a:r>
              <a:rPr lang="en-US" sz="1050" b="1"/>
              <a:t> </a:t>
            </a:r>
            <a:r>
              <a:rPr lang="en-US" sz="1050"/>
              <a:t>Perfect accuracy likely due to feature-label overlap</a:t>
            </a:r>
            <a:endParaRPr lang="en-US" sz="1100" b="1"/>
          </a:p>
          <a:p>
            <a:pPr marL="0" indent="0">
              <a:buNone/>
            </a:pPr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32BD5CF-F4D1-BB11-FEC4-0A5B980BB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0503314" cy="1081088"/>
          </a:xfrm>
        </p:spPr>
        <p:txBody>
          <a:bodyPr/>
          <a:lstStyle/>
          <a:p>
            <a:r>
              <a:rPr lang="en-US" sz="3600" dirty="0"/>
              <a:t>Confusion Matrix Vehicle Data with Random forest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990BE5A-0204-667D-6BE4-DE479D0D274C}"/>
              </a:ext>
            </a:extLst>
          </p:cNvPr>
          <p:cNvPicPr preferRelativeResize="0">
            <a:picLocks noGrp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11831" y="2144637"/>
            <a:ext cx="3657600" cy="2825496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E5F4BAB-634C-24C5-570F-9BE11FD83180}"/>
              </a:ext>
            </a:extLst>
          </p:cNvPr>
          <p:cNvPicPr preferRelativeResize="0">
            <a:picLocks noGrp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6306541" y="2144637"/>
            <a:ext cx="3657600" cy="2825496"/>
          </a:xfrm>
        </p:spPr>
      </p:pic>
    </p:spTree>
    <p:extLst>
      <p:ext uri="{BB962C8B-B14F-4D97-AF65-F5344CB8AC3E}">
        <p14:creationId xmlns:p14="http://schemas.microsoft.com/office/powerpoint/2010/main" val="14067826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B4E30-A679-04E8-7BE4-F46ED6BBF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476250"/>
            <a:ext cx="10672279" cy="1081088"/>
          </a:xfrm>
        </p:spPr>
        <p:txBody>
          <a:bodyPr/>
          <a:lstStyle/>
          <a:p>
            <a:r>
              <a:rPr lang="en-US" sz="3600" dirty="0"/>
              <a:t>Confusion Matrix Pedestrian Data with Random forest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D2F08AC-B378-DAC5-EC80-DE80852044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2694" y="4184952"/>
            <a:ext cx="5472113" cy="2627086"/>
          </a:xfrm>
        </p:spPr>
        <p:txBody>
          <a:bodyPr vert="horz" lIns="72000" tIns="36000" rIns="72000" bIns="36000" rtlCol="0" anchor="t">
            <a:noAutofit/>
          </a:bodyPr>
          <a:lstStyle/>
          <a:p>
            <a:pPr marL="0" indent="0">
              <a:buNone/>
            </a:pPr>
            <a:endParaRPr lang="en-US" sz="1200" b="1"/>
          </a:p>
          <a:p>
            <a:pPr marL="0" indent="0">
              <a:buNone/>
            </a:pPr>
            <a:endParaRPr lang="en-US" sz="1200" b="1"/>
          </a:p>
          <a:p>
            <a:pPr marL="0" indent="0">
              <a:buNone/>
            </a:pPr>
            <a:endParaRPr lang="en-US" sz="1200" b="1"/>
          </a:p>
          <a:p>
            <a:pPr marL="0" indent="0">
              <a:spcBef>
                <a:spcPts val="600"/>
              </a:spcBef>
              <a:buNone/>
            </a:pPr>
            <a:r>
              <a:rPr lang="en-US" sz="1200" b="1"/>
              <a:t>10 UE pedestrian Mobility data:</a:t>
            </a:r>
          </a:p>
          <a:p>
            <a:pPr marL="264795" indent="-264795">
              <a:buFont typeface="Wingdings" panose="05000000000000000000" pitchFamily="2" charset="2"/>
              <a:buChar char="§"/>
            </a:pPr>
            <a:r>
              <a:rPr lang="en-US" sz="1050"/>
              <a:t>533881 no-handover and 455 handover samples classified correctly</a:t>
            </a:r>
          </a:p>
          <a:p>
            <a:pPr marL="264795" marR="0" lvl="0" indent="-264795" defTabSz="914400" latinLnBrk="0">
              <a:lnSpc>
                <a:spcPct val="100000"/>
              </a:lnSpc>
              <a:buSzTx/>
              <a:buFont typeface="Wingdings" panose="05000000000000000000" pitchFamily="2" charset="2"/>
              <a:buChar char="§"/>
              <a:tabLst/>
            </a:pPr>
            <a:r>
              <a:rPr lang="en-US" sz="1050"/>
              <a:t>AUC = 1.000, accuracy = 100%</a:t>
            </a:r>
          </a:p>
          <a:p>
            <a:pPr marL="264795" marR="0" lvl="0" indent="-264795" defTabSz="914400" latinLnBrk="0">
              <a:lnSpc>
                <a:spcPct val="100000"/>
              </a:lnSpc>
              <a:buSzTx/>
              <a:buFont typeface="Wingdings" panose="05000000000000000000" pitchFamily="2" charset="2"/>
              <a:buChar char="§"/>
              <a:tabLst/>
            </a:pPr>
            <a:r>
              <a:rPr lang="en-US" sz="1050"/>
              <a:t> Model generalizes well across higher user load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EAFBAE-99BD-35FB-F120-761A3A9982C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1655" y="4233333"/>
            <a:ext cx="5472113" cy="2462591"/>
          </a:xfrm>
        </p:spPr>
        <p:txBody>
          <a:bodyPr vert="horz" lIns="72000" tIns="36000" rIns="72000" bIns="36000" rtlCol="0" anchor="t">
            <a:noAutofit/>
          </a:bodyPr>
          <a:lstStyle/>
          <a:p>
            <a:pPr marL="0" indent="0">
              <a:buNone/>
            </a:pPr>
            <a:endParaRPr lang="en-US" sz="1200" b="1"/>
          </a:p>
          <a:p>
            <a:pPr marL="0" indent="0">
              <a:buNone/>
            </a:pPr>
            <a:endParaRPr lang="en-US" sz="1200" b="1"/>
          </a:p>
          <a:p>
            <a:pPr marL="0" indent="0">
              <a:buNone/>
            </a:pPr>
            <a:endParaRPr lang="en-US" sz="1200" b="1"/>
          </a:p>
          <a:p>
            <a:pPr marL="0" indent="0">
              <a:spcBef>
                <a:spcPts val="600"/>
              </a:spcBef>
              <a:buNone/>
            </a:pPr>
            <a:r>
              <a:rPr lang="en-US" sz="1200" b="1"/>
              <a:t>Single UE pedestrian Mobility data:</a:t>
            </a:r>
          </a:p>
          <a:p>
            <a:pPr marL="264795" indent="-264795">
              <a:buFont typeface="Wingdings" panose="05000000000000000000" pitchFamily="2" charset="2"/>
              <a:buChar char="§"/>
            </a:pPr>
            <a:r>
              <a:rPr lang="en-US" sz="1200" b="1"/>
              <a:t> </a:t>
            </a:r>
            <a:r>
              <a:rPr lang="en-US" altLang="en-US" sz="1050"/>
              <a:t>46669 no-handover and 29 handover samples correctly classified</a:t>
            </a:r>
          </a:p>
          <a:p>
            <a:pPr marL="264795" indent="-264795">
              <a:buFont typeface="Wingdings" panose="05000000000000000000" pitchFamily="2" charset="2"/>
              <a:buChar char="§"/>
            </a:pPr>
            <a:r>
              <a:rPr lang="en-US" altLang="en-US" sz="1050"/>
              <a:t>AUC = 1.000, accuracy = 100%</a:t>
            </a:r>
          </a:p>
          <a:p>
            <a:pPr marL="264795" indent="-264795">
              <a:buFont typeface="Wingdings" panose="05000000000000000000" pitchFamily="2" charset="2"/>
              <a:buChar char="§"/>
            </a:pPr>
            <a:r>
              <a:rPr lang="en-US" altLang="en-US" sz="1050"/>
              <a:t>Model perfectly separates classes even without SMOTE</a:t>
            </a:r>
          </a:p>
          <a:p>
            <a:pPr marL="264795" indent="-264795">
              <a:buFont typeface="Wingdings" panose="05000000000000000000" pitchFamily="2" charset="2"/>
              <a:buChar char="§"/>
            </a:pPr>
            <a:r>
              <a:rPr lang="en-US" altLang="en-US" sz="1050"/>
              <a:t>Likely driven by strong RSRP feature separation</a:t>
            </a:r>
          </a:p>
          <a:p>
            <a:pPr marL="264795" indent="-264795">
              <a:buFont typeface="Wingdings" panose="05000000000000000000" pitchFamily="2" charset="2"/>
              <a:buChar char="§"/>
            </a:pPr>
            <a:endParaRPr lang="en-US" sz="1200" b="1"/>
          </a:p>
          <a:p>
            <a:pPr marL="0" indent="0">
              <a:buNone/>
            </a:pPr>
            <a:endParaRPr lang="en-US" sz="1200" b="1"/>
          </a:p>
          <a:p>
            <a:pPr marL="0" indent="0">
              <a:buNone/>
            </a:pPr>
            <a:endParaRPr lang="en-US" sz="1200" b="1"/>
          </a:p>
          <a:p>
            <a:pPr marL="264795" indent="-264795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4A3BA3F-952D-058F-DFAD-1387C6F6F09C}"/>
              </a:ext>
            </a:extLst>
          </p:cNvPr>
          <p:cNvPicPr preferRelativeResize="0">
            <a:picLocks noGrp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11831" y="2125284"/>
            <a:ext cx="3657600" cy="2825496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5BB3522-ECFB-1649-35D4-5EF9DC36877C}"/>
              </a:ext>
            </a:extLst>
          </p:cNvPr>
          <p:cNvPicPr preferRelativeResize="0">
            <a:picLocks noGrp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6295139" y="2125284"/>
            <a:ext cx="3657600" cy="2825496"/>
          </a:xfrm>
        </p:spPr>
      </p:pic>
    </p:spTree>
    <p:extLst>
      <p:ext uri="{BB962C8B-B14F-4D97-AF65-F5344CB8AC3E}">
        <p14:creationId xmlns:p14="http://schemas.microsoft.com/office/powerpoint/2010/main" val="12655725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13D90-D528-55A1-EF64-505D78225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476250"/>
            <a:ext cx="10881001" cy="1081088"/>
          </a:xfrm>
        </p:spPr>
        <p:txBody>
          <a:bodyPr/>
          <a:lstStyle/>
          <a:p>
            <a:r>
              <a:rPr lang="en-US" sz="3600" dirty="0"/>
              <a:t>Confusion Matrix Vehicle Data with </a:t>
            </a:r>
            <a:r>
              <a:rPr lang="en-US" sz="3600" dirty="0" err="1"/>
              <a:t>XGBoost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2652DDB-D32D-0F88-5857-6E10D7EAD08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72000" tIns="36000" rIns="72000" bIns="36000" rtlCol="0" anchor="t">
            <a:noAutofit/>
          </a:bodyPr>
          <a:lstStyle/>
          <a:p>
            <a:pPr marL="264795" indent="-264795"/>
            <a:endParaRPr lang="en-US" sz="1100" b="1"/>
          </a:p>
          <a:p>
            <a:pPr marL="264795" indent="-264795"/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r>
              <a:rPr lang="en-US" sz="1100" b="1"/>
              <a:t>10 UE Vehicular Mobility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100" b="1"/>
              <a:t> </a:t>
            </a:r>
            <a:r>
              <a:rPr lang="en-US" altLang="en-US" sz="1200"/>
              <a:t>506188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 no-handover and </a:t>
            </a:r>
            <a:r>
              <a:rPr lang="en-US" altLang="en-US" sz="1200"/>
              <a:t>2585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 handover samples classified with zero error</a:t>
            </a:r>
            <a:endParaRPr lang="en-US" altLang="en-US" sz="12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AUC = 1.000, no false positives or negatives</a:t>
            </a:r>
            <a:endParaRPr lang="en-US" altLang="en-US" sz="12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Even under higher load, model maintains perfect accuracy</a:t>
            </a:r>
            <a:endParaRPr lang="en-US" altLang="en-US" sz="12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Performance suggests strong feature-label correlation</a:t>
            </a:r>
            <a:endParaRPr lang="en-US" altLang="en-US" sz="1200" b="0" i="0" u="none" strike="noStrike" cap="none" normalizeH="0" baseline="0">
              <a:ln>
                <a:noFill/>
              </a:ln>
              <a:effectLst/>
            </a:endParaRPr>
          </a:p>
          <a:p>
            <a:pPr marL="264795" indent="-264795">
              <a:buFont typeface="Wingdings" panose="05000000000000000000" pitchFamily="2" charset="2"/>
              <a:buChar char="§"/>
            </a:pPr>
            <a:endParaRPr lang="en-US" sz="1100" b="1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4EF3D7-23B4-DFB0-8BF6-AD133152ABC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1655" y="4890052"/>
            <a:ext cx="5472113" cy="1351696"/>
          </a:xfrm>
        </p:spPr>
        <p:txBody>
          <a:bodyPr vert="horz" lIns="72000" tIns="36000" rIns="72000" bIns="36000" rtlCol="0" anchor="t">
            <a:noAutofit/>
          </a:bodyPr>
          <a:lstStyle/>
          <a:p>
            <a:pPr marL="0" indent="0">
              <a:buNone/>
            </a:pPr>
            <a:r>
              <a:rPr lang="en-US" sz="1100" b="1"/>
              <a:t>Single UE Vehicular Mobility data:</a:t>
            </a:r>
          </a:p>
          <a:p>
            <a:pPr marL="0" indent="0" eaLnBrk="0" hangingPunct="0">
              <a:buFontTx/>
              <a:buChar char="•"/>
            </a:pPr>
            <a:r>
              <a:rPr lang="en-US" sz="1100" b="1"/>
              <a:t>  </a:t>
            </a:r>
            <a:r>
              <a:rPr lang="en-US" sz="1100"/>
              <a:t>53023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 no-handover and </a:t>
            </a:r>
            <a:r>
              <a:rPr lang="en-US" altLang="en-US" sz="1200"/>
              <a:t>246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handover samples predicted correctly</a:t>
            </a:r>
            <a:endParaRPr lang="en-US" altLang="en-US" sz="12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AUC = 1.000, accuracy = 100%</a:t>
            </a:r>
            <a:endParaRPr lang="en-US" altLang="en-US" sz="12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Model achieved perfect classification without SMOTE</a:t>
            </a:r>
            <a:endParaRPr lang="en-US" altLang="en-US" sz="1200" b="0" i="0" u="none" strike="noStrike" cap="none" normalizeH="0" baseline="0">
              <a:ln>
                <a:noFill/>
              </a:ln>
              <a:effectLst/>
            </a:endParaRPr>
          </a:p>
          <a:p>
            <a:pPr marL="264795" indent="-264795">
              <a:buFont typeface="Wingdings" panose="05000000000000000000" pitchFamily="2" charset="2"/>
              <a:buChar char="§"/>
            </a:pPr>
            <a:endParaRPr lang="en-US" sz="1100" b="1"/>
          </a:p>
          <a:p>
            <a:pPr marL="264795" indent="-264795"/>
            <a:endParaRPr lang="en-US"/>
          </a:p>
        </p:txBody>
      </p:sp>
      <p:pic>
        <p:nvPicPr>
          <p:cNvPr id="13" name="Content Placeholder 8">
            <a:extLst>
              <a:ext uri="{FF2B5EF4-FFF2-40B4-BE49-F238E27FC236}">
                <a16:creationId xmlns:a16="http://schemas.microsoft.com/office/drawing/2014/main" id="{82A3859B-6A31-30B0-0AC8-59D748AA8BC3}"/>
              </a:ext>
            </a:extLst>
          </p:cNvPr>
          <p:cNvPicPr preferRelativeResize="0">
            <a:picLocks noGrp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67655" y="2064556"/>
            <a:ext cx="3657600" cy="2825496"/>
          </a:xfrm>
        </p:spPr>
      </p:pic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49694101-520D-E72B-FC15-6A4605E712A5}"/>
              </a:ext>
            </a:extLst>
          </p:cNvPr>
          <p:cNvPicPr preferRelativeResize="0">
            <a:picLocks noGrp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6336744" y="2130722"/>
            <a:ext cx="3657600" cy="2825496"/>
          </a:xfrm>
        </p:spPr>
      </p:pic>
    </p:spTree>
    <p:extLst>
      <p:ext uri="{BB962C8B-B14F-4D97-AF65-F5344CB8AC3E}">
        <p14:creationId xmlns:p14="http://schemas.microsoft.com/office/powerpoint/2010/main" val="40934629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EC65D-0691-26A3-B066-26C397058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1192622" cy="1081088"/>
          </a:xfrm>
        </p:spPr>
        <p:txBody>
          <a:bodyPr/>
          <a:lstStyle/>
          <a:p>
            <a:r>
              <a:rPr lang="en-US" sz="3600" dirty="0"/>
              <a:t>Confusion Matrix Pedestrian Data with </a:t>
            </a:r>
            <a:r>
              <a:rPr lang="en-US" sz="3600" dirty="0" err="1"/>
              <a:t>XGBoost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747931-F745-32D8-FCA6-D71B66D4830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72000" tIns="36000" rIns="72000" bIns="36000" rtlCol="0" anchor="t">
            <a:noAutofit/>
          </a:bodyPr>
          <a:lstStyle/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r>
              <a:rPr lang="en-US" sz="1100" b="1"/>
              <a:t>10 UE Pedestrian Mobility data:</a:t>
            </a:r>
          </a:p>
          <a:p>
            <a:pPr marL="0" indent="0" eaLnBrk="0" hangingPunct="0">
              <a:buFontTx/>
              <a:buChar char="•"/>
            </a:pPr>
            <a:r>
              <a:rPr lang="en-US" altLang="en-US" sz="1200"/>
              <a:t>533881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 no-handover and</a:t>
            </a:r>
            <a:r>
              <a:rPr lang="en-US" altLang="en-US" sz="1200"/>
              <a:t> 455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 handover samples classified with zero error</a:t>
            </a:r>
            <a:endParaRPr lang="en-US" altLang="en-US" sz="12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AUC = 1.000, accuracy = 100%</a:t>
            </a:r>
            <a:endParaRPr lang="en-US" altLang="en-US" sz="12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SMOTE helped to rebalance handover samples before training</a:t>
            </a:r>
            <a:endParaRPr lang="en-US" altLang="en-US" sz="12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High performance reflects model’s sensitivity to signal features and user mobility patterns</a:t>
            </a:r>
            <a:endParaRPr lang="en-US" altLang="en-US" sz="1200" b="0" i="0" u="none" strike="noStrike" cap="none" normalizeH="0" baseline="0">
              <a:ln>
                <a:noFill/>
              </a:ln>
              <a:effectLst/>
            </a:endParaRPr>
          </a:p>
          <a:p>
            <a:pPr marL="264795" indent="-264795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703E15-EA04-E806-585D-4C7793D288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1655" y="4713805"/>
            <a:ext cx="5472113" cy="1527943"/>
          </a:xfrm>
        </p:spPr>
        <p:txBody>
          <a:bodyPr vert="horz" lIns="72000" tIns="36000" rIns="72000" bIns="36000" rtlCol="0" anchor="t">
            <a:noAutofit/>
          </a:bodyPr>
          <a:lstStyle/>
          <a:p>
            <a:pPr marL="0" indent="0">
              <a:buNone/>
            </a:pPr>
            <a:r>
              <a:rPr lang="en-US" sz="1100" b="1"/>
              <a:t>Single UE Pedestrian Mobility data:</a:t>
            </a:r>
          </a:p>
          <a:p>
            <a:pPr marL="0" indent="0" eaLnBrk="0" hangingPunct="0">
              <a:buFontTx/>
              <a:buChar char="•"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effectLst/>
              </a:rPr>
              <a:t>  </a:t>
            </a:r>
            <a:r>
              <a:rPr lang="en-US" altLang="en-US" sz="1200"/>
              <a:t>46669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 no-handover and</a:t>
            </a:r>
            <a:r>
              <a:rPr lang="en-US" altLang="en-US" sz="1200"/>
              <a:t> 29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 handover samples predicted correctly</a:t>
            </a:r>
            <a:endParaRPr lang="en-US" altLang="en-US" sz="12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 AUC = 1.000, accuracy = 100%</a:t>
            </a:r>
            <a:endParaRPr lang="en-US" altLang="en-US" sz="12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 SMOTE balanced class 1 (handover) in training</a:t>
            </a:r>
            <a:endParaRPr lang="en-US" altLang="en-US" sz="12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 Model performed perfectly, likely due to strong alignment between features and label logic (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effectLst/>
              </a:rPr>
              <a:t>rsrp_diff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, cell ID)</a:t>
            </a:r>
            <a:endParaRPr lang="en-US" altLang="en-US" sz="1200" b="0" i="0" u="none" strike="noStrike" cap="none" normalizeH="0" baseline="0">
              <a:ln>
                <a:noFill/>
              </a:ln>
              <a:effectLst/>
            </a:endParaRPr>
          </a:p>
          <a:p>
            <a:pPr marL="264795" indent="-264795">
              <a:buFont typeface="Wingdings" panose="05000000000000000000" pitchFamily="2" charset="2"/>
              <a:buChar char="§"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/>
          </a:p>
        </p:txBody>
      </p:sp>
      <p:pic>
        <p:nvPicPr>
          <p:cNvPr id="8" name="Content Placeholder 13">
            <a:extLst>
              <a:ext uri="{FF2B5EF4-FFF2-40B4-BE49-F238E27FC236}">
                <a16:creationId xmlns:a16="http://schemas.microsoft.com/office/drawing/2014/main" id="{DEF93B6A-BE3E-4AF0-6FB8-592824B7EDAD}"/>
              </a:ext>
            </a:extLst>
          </p:cNvPr>
          <p:cNvPicPr preferRelativeResize="0">
            <a:picLocks noGrp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68289" y="1936599"/>
            <a:ext cx="3657600" cy="2825496"/>
          </a:xfrm>
        </p:spPr>
      </p:pic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E2DD9CC4-D8EA-6522-847B-3BE01DAB71DA}"/>
              </a:ext>
            </a:extLst>
          </p:cNvPr>
          <p:cNvPicPr preferRelativeResize="0">
            <a:picLocks noGrp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6345709" y="1808380"/>
            <a:ext cx="3657600" cy="2825496"/>
          </a:xfrm>
        </p:spPr>
      </p:pic>
    </p:spTree>
    <p:extLst>
      <p:ext uri="{BB962C8B-B14F-4D97-AF65-F5344CB8AC3E}">
        <p14:creationId xmlns:p14="http://schemas.microsoft.com/office/powerpoint/2010/main" val="12843820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5F9D9-D7E8-D376-3E8E-67F89446C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0620754" cy="1081088"/>
          </a:xfrm>
        </p:spPr>
        <p:txBody>
          <a:bodyPr/>
          <a:lstStyle/>
          <a:p>
            <a:r>
              <a:rPr lang="en-US" sz="3600" kern="1200" dirty="0"/>
              <a:t>Evaluation Across number of UE and the UE mobility scenarios for Random forest </a:t>
            </a:r>
            <a:endParaRPr lang="en-US" sz="3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3B5A21-6FAD-8494-77A5-D5C95A885274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918903121"/>
              </p:ext>
            </p:extLst>
          </p:nvPr>
        </p:nvGraphicFramePr>
        <p:xfrm>
          <a:off x="589860" y="1714158"/>
          <a:ext cx="9952865" cy="421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6099">
                  <a:extLst>
                    <a:ext uri="{9D8B030D-6E8A-4147-A177-3AD203B41FA5}">
                      <a16:colId xmlns:a16="http://schemas.microsoft.com/office/drawing/2014/main" val="2886590096"/>
                    </a:ext>
                  </a:extLst>
                </a:gridCol>
                <a:gridCol w="2065505">
                  <a:extLst>
                    <a:ext uri="{9D8B030D-6E8A-4147-A177-3AD203B41FA5}">
                      <a16:colId xmlns:a16="http://schemas.microsoft.com/office/drawing/2014/main" val="3812581765"/>
                    </a:ext>
                  </a:extLst>
                </a:gridCol>
                <a:gridCol w="2408030">
                  <a:extLst>
                    <a:ext uri="{9D8B030D-6E8A-4147-A177-3AD203B41FA5}">
                      <a16:colId xmlns:a16="http://schemas.microsoft.com/office/drawing/2014/main" val="3506762313"/>
                    </a:ext>
                  </a:extLst>
                </a:gridCol>
                <a:gridCol w="1792973">
                  <a:extLst>
                    <a:ext uri="{9D8B030D-6E8A-4147-A177-3AD203B41FA5}">
                      <a16:colId xmlns:a16="http://schemas.microsoft.com/office/drawing/2014/main" val="1086153129"/>
                    </a:ext>
                  </a:extLst>
                </a:gridCol>
                <a:gridCol w="2180258">
                  <a:extLst>
                    <a:ext uri="{9D8B030D-6E8A-4147-A177-3AD203B41FA5}">
                      <a16:colId xmlns:a16="http://schemas.microsoft.com/office/drawing/2014/main" val="2628191602"/>
                    </a:ext>
                  </a:extLst>
                </a:gridCol>
              </a:tblGrid>
              <a:tr h="526610"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60" dirty="0">
                          <a:solidFill>
                            <a:schemeClr val="bg1"/>
                          </a:solidFill>
                        </a:rPr>
                        <a:t>Metric</a:t>
                      </a:r>
                    </a:p>
                  </a:txBody>
                  <a:tcPr marL="64620" marR="64620" marT="85746" marB="323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60" dirty="0">
                          <a:solidFill>
                            <a:schemeClr val="bg1"/>
                          </a:solidFill>
                        </a:rPr>
                        <a:t>Pedestrian–1 UE</a:t>
                      </a:r>
                    </a:p>
                  </a:txBody>
                  <a:tcPr marL="64620" marR="64620" marT="85746" marB="323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60" dirty="0">
                          <a:solidFill>
                            <a:schemeClr val="bg1"/>
                          </a:solidFill>
                        </a:rPr>
                        <a:t>Pedestrian – 10 UEs</a:t>
                      </a:r>
                    </a:p>
                  </a:txBody>
                  <a:tcPr marL="64620" marR="64620" marT="85746" marB="323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60" dirty="0">
                          <a:solidFill>
                            <a:schemeClr val="bg1"/>
                          </a:solidFill>
                        </a:rPr>
                        <a:t>Vehicle – 1 UE</a:t>
                      </a:r>
                    </a:p>
                  </a:txBody>
                  <a:tcPr marL="64620" marR="64620" marT="85746" marB="323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60" dirty="0">
                          <a:solidFill>
                            <a:schemeClr val="bg1"/>
                          </a:solidFill>
                        </a:rPr>
                        <a:t>Vehicle – 10 UEs</a:t>
                      </a:r>
                    </a:p>
                  </a:txBody>
                  <a:tcPr marL="64620" marR="64620" marT="85746" marB="32309" anchor="ctr"/>
                </a:tc>
                <a:extLst>
                  <a:ext uri="{0D108BD9-81ED-4DB2-BD59-A6C34878D82A}">
                    <a16:rowId xmlns:a16="http://schemas.microsoft.com/office/drawing/2014/main" val="2409298769"/>
                  </a:ext>
                </a:extLst>
              </a:tr>
              <a:tr h="526610"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0" dirty="0">
                          <a:solidFill>
                            <a:schemeClr val="tx1"/>
                          </a:solidFill>
                        </a:rPr>
                        <a:t>Accuracy</a:t>
                      </a:r>
                    </a:p>
                  </a:txBody>
                  <a:tcPr marL="64620" marR="64620" marT="85746" marB="323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423699"/>
                  </a:ext>
                </a:extLst>
              </a:tr>
              <a:tr h="526610"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0" dirty="0">
                          <a:solidFill>
                            <a:schemeClr val="tx1"/>
                          </a:solidFill>
                        </a:rPr>
                        <a:t>Precision (0)</a:t>
                      </a:r>
                    </a:p>
                  </a:txBody>
                  <a:tcPr marL="64620" marR="64620" marT="85746" marB="323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426391"/>
                  </a:ext>
                </a:extLst>
              </a:tr>
              <a:tr h="526610"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0" dirty="0">
                          <a:solidFill>
                            <a:schemeClr val="tx1"/>
                          </a:solidFill>
                        </a:rPr>
                        <a:t>Recall (0)</a:t>
                      </a:r>
                    </a:p>
                  </a:txBody>
                  <a:tcPr marL="64620" marR="64620" marT="85746" marB="323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8565658"/>
                  </a:ext>
                </a:extLst>
              </a:tr>
              <a:tr h="526610"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0" dirty="0">
                          <a:solidFill>
                            <a:schemeClr val="tx1"/>
                          </a:solidFill>
                        </a:rPr>
                        <a:t>F1-Score (0)</a:t>
                      </a:r>
                    </a:p>
                  </a:txBody>
                  <a:tcPr marL="64620" marR="64620" marT="85746" marB="323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2021371"/>
                  </a:ext>
                </a:extLst>
              </a:tr>
              <a:tr h="526610"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0" dirty="0">
                          <a:solidFill>
                            <a:schemeClr val="tx1"/>
                          </a:solidFill>
                        </a:rPr>
                        <a:t>Precision (1)</a:t>
                      </a:r>
                    </a:p>
                  </a:txBody>
                  <a:tcPr marL="64620" marR="64620" marT="85746" marB="323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392078"/>
                  </a:ext>
                </a:extLst>
              </a:tr>
              <a:tr h="526610"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0" dirty="0">
                          <a:solidFill>
                            <a:schemeClr val="tx1"/>
                          </a:solidFill>
                        </a:rPr>
                        <a:t>Recall (1)</a:t>
                      </a:r>
                    </a:p>
                  </a:txBody>
                  <a:tcPr marL="64620" marR="64620" marT="85746" marB="323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510359"/>
                  </a:ext>
                </a:extLst>
              </a:tr>
              <a:tr h="526610"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0" dirty="0">
                          <a:solidFill>
                            <a:schemeClr val="tx1"/>
                          </a:solidFill>
                        </a:rPr>
                        <a:t>F1-Score (1)</a:t>
                      </a:r>
                    </a:p>
                  </a:txBody>
                  <a:tcPr marL="64620" marR="64620" marT="85746" marB="323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3095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6130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91891FD-29AA-18E4-FC5A-2B8FD989D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476250"/>
            <a:ext cx="9847381" cy="1081088"/>
          </a:xfrm>
        </p:spPr>
        <p:txBody>
          <a:bodyPr/>
          <a:lstStyle/>
          <a:p>
            <a:r>
              <a:rPr lang="en-US" sz="3600" kern="1200" dirty="0"/>
              <a:t>Evaluation Across number of UE and the UE mobility scenarios for </a:t>
            </a:r>
            <a:r>
              <a:rPr lang="en-US" sz="3600" kern="1200" dirty="0" err="1"/>
              <a:t>XGBoost</a:t>
            </a:r>
            <a:r>
              <a:rPr lang="en-US" sz="3600" kern="1200" dirty="0"/>
              <a:t> </a:t>
            </a:r>
            <a:endParaRPr lang="en-US" sz="3600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67D460AD-19C6-4826-D2CF-4B4FD540E802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891155565"/>
              </p:ext>
            </p:extLst>
          </p:nvPr>
        </p:nvGraphicFramePr>
        <p:xfrm>
          <a:off x="541130" y="1844260"/>
          <a:ext cx="10322024" cy="4092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089">
                  <a:extLst>
                    <a:ext uri="{9D8B030D-6E8A-4147-A177-3AD203B41FA5}">
                      <a16:colId xmlns:a16="http://schemas.microsoft.com/office/drawing/2014/main" val="1765384684"/>
                    </a:ext>
                  </a:extLst>
                </a:gridCol>
                <a:gridCol w="2256578">
                  <a:extLst>
                    <a:ext uri="{9D8B030D-6E8A-4147-A177-3AD203B41FA5}">
                      <a16:colId xmlns:a16="http://schemas.microsoft.com/office/drawing/2014/main" val="4113166798"/>
                    </a:ext>
                  </a:extLst>
                </a:gridCol>
                <a:gridCol w="2562309">
                  <a:extLst>
                    <a:ext uri="{9D8B030D-6E8A-4147-A177-3AD203B41FA5}">
                      <a16:colId xmlns:a16="http://schemas.microsoft.com/office/drawing/2014/main" val="3597139411"/>
                    </a:ext>
                  </a:extLst>
                </a:gridCol>
                <a:gridCol w="1936289">
                  <a:extLst>
                    <a:ext uri="{9D8B030D-6E8A-4147-A177-3AD203B41FA5}">
                      <a16:colId xmlns:a16="http://schemas.microsoft.com/office/drawing/2014/main" val="2624645272"/>
                    </a:ext>
                  </a:extLst>
                </a:gridCol>
                <a:gridCol w="2052759">
                  <a:extLst>
                    <a:ext uri="{9D8B030D-6E8A-4147-A177-3AD203B41FA5}">
                      <a16:colId xmlns:a16="http://schemas.microsoft.com/office/drawing/2014/main" val="2818431489"/>
                    </a:ext>
                  </a:extLst>
                </a:gridCol>
              </a:tblGrid>
              <a:tr h="5011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cap="none" spc="60" dirty="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cap="none" spc="60" dirty="0">
                          <a:solidFill>
                            <a:srgbClr val="FFFFFF"/>
                          </a:solidFill>
                        </a:rPr>
                        <a:t>Pedestrian – 1 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cap="none" spc="60" dirty="0">
                          <a:solidFill>
                            <a:srgbClr val="FFFFFF"/>
                          </a:solidFill>
                        </a:rPr>
                        <a:t>Pedestrian – 10 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60" dirty="0">
                          <a:solidFill>
                            <a:srgbClr val="FFFFFF"/>
                          </a:solidFill>
                        </a:rPr>
                        <a:t>Vehicle – 1 UE</a:t>
                      </a:r>
                    </a:p>
                  </a:txBody>
                  <a:tcPr marL="64620" marR="64620" marT="85746" marB="323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60" dirty="0">
                          <a:solidFill>
                            <a:srgbClr val="FFFFFF"/>
                          </a:solidFill>
                        </a:rPr>
                        <a:t>Vehicle – 10 UEs</a:t>
                      </a:r>
                    </a:p>
                  </a:txBody>
                  <a:tcPr marL="64620" marR="64620" marT="85746" marB="32309" anchor="ctr"/>
                </a:tc>
                <a:extLst>
                  <a:ext uri="{0D108BD9-81ED-4DB2-BD59-A6C34878D82A}">
                    <a16:rowId xmlns:a16="http://schemas.microsoft.com/office/drawing/2014/main" val="2497728698"/>
                  </a:ext>
                </a:extLst>
              </a:tr>
              <a:tr h="501132">
                <a:tc>
                  <a:txBody>
                    <a:bodyPr/>
                    <a:lstStyle/>
                    <a:p>
                      <a:pPr algn="ctr"/>
                      <a:r>
                        <a:rPr lang="en-US" sz="1800" cap="none" spc="0" dirty="0">
                          <a:solidFill>
                            <a:srgbClr val="181818"/>
                          </a:solidFill>
                        </a:rPr>
                        <a:t>Accuracy</a:t>
                      </a:r>
                    </a:p>
                  </a:txBody>
                  <a:tcPr marL="64620" marR="64620" marT="85746" marB="323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9191127"/>
                  </a:ext>
                </a:extLst>
              </a:tr>
              <a:tr h="501132">
                <a:tc>
                  <a:txBody>
                    <a:bodyPr/>
                    <a:lstStyle/>
                    <a:p>
                      <a:pPr algn="ctr"/>
                      <a:r>
                        <a:rPr lang="en-US" sz="1800" cap="none" spc="0" dirty="0">
                          <a:solidFill>
                            <a:srgbClr val="181818"/>
                          </a:solidFill>
                        </a:rPr>
                        <a:t>Precision (0)</a:t>
                      </a:r>
                    </a:p>
                  </a:txBody>
                  <a:tcPr marL="64620" marR="64620" marT="85746" marB="323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5995442"/>
                  </a:ext>
                </a:extLst>
              </a:tr>
              <a:tr h="501132">
                <a:tc>
                  <a:txBody>
                    <a:bodyPr/>
                    <a:lstStyle/>
                    <a:p>
                      <a:pPr algn="ctr"/>
                      <a:r>
                        <a:rPr lang="en-US" sz="1800" cap="none" spc="0" dirty="0">
                          <a:solidFill>
                            <a:srgbClr val="181818"/>
                          </a:solidFill>
                        </a:rPr>
                        <a:t>Recall (0)</a:t>
                      </a:r>
                    </a:p>
                  </a:txBody>
                  <a:tcPr marL="64620" marR="64620" marT="85746" marB="323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45384"/>
                  </a:ext>
                </a:extLst>
              </a:tr>
              <a:tr h="501132">
                <a:tc>
                  <a:txBody>
                    <a:bodyPr/>
                    <a:lstStyle/>
                    <a:p>
                      <a:pPr algn="ctr"/>
                      <a:r>
                        <a:rPr lang="en-US" sz="1800" cap="none" spc="0" dirty="0">
                          <a:solidFill>
                            <a:srgbClr val="181818"/>
                          </a:solidFill>
                        </a:rPr>
                        <a:t>F1-Score (0)</a:t>
                      </a:r>
                    </a:p>
                  </a:txBody>
                  <a:tcPr marL="64620" marR="64620" marT="85746" marB="323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0184018"/>
                  </a:ext>
                </a:extLst>
              </a:tr>
              <a:tr h="501132">
                <a:tc>
                  <a:txBody>
                    <a:bodyPr/>
                    <a:lstStyle/>
                    <a:p>
                      <a:pPr algn="ctr"/>
                      <a:r>
                        <a:rPr lang="en-US" sz="1800" cap="none" spc="0" dirty="0">
                          <a:solidFill>
                            <a:srgbClr val="181818"/>
                          </a:solidFill>
                        </a:rPr>
                        <a:t>Precision (1)</a:t>
                      </a:r>
                    </a:p>
                  </a:txBody>
                  <a:tcPr marL="64620" marR="64620" marT="85746" marB="323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397063"/>
                  </a:ext>
                </a:extLst>
              </a:tr>
              <a:tr h="501132">
                <a:tc>
                  <a:txBody>
                    <a:bodyPr/>
                    <a:lstStyle/>
                    <a:p>
                      <a:pPr algn="ctr"/>
                      <a:r>
                        <a:rPr lang="en-US" sz="1800" cap="none" spc="0" dirty="0">
                          <a:solidFill>
                            <a:srgbClr val="181818"/>
                          </a:solidFill>
                        </a:rPr>
                        <a:t>Recall (1)</a:t>
                      </a:r>
                    </a:p>
                  </a:txBody>
                  <a:tcPr marL="64620" marR="64620" marT="85746" marB="323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5211337"/>
                  </a:ext>
                </a:extLst>
              </a:tr>
              <a:tr h="584655">
                <a:tc>
                  <a:txBody>
                    <a:bodyPr/>
                    <a:lstStyle/>
                    <a:p>
                      <a:pPr algn="ctr"/>
                      <a:r>
                        <a:rPr lang="en-US" sz="1800" cap="none" spc="0" dirty="0">
                          <a:solidFill>
                            <a:srgbClr val="181818"/>
                          </a:solidFill>
                        </a:rPr>
                        <a:t>F1-Score (1)</a:t>
                      </a:r>
                    </a:p>
                  </a:txBody>
                  <a:tcPr marL="64620" marR="64620" marT="85746" marB="323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5603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86147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51B4D-7C03-7092-A925-29E7398D6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CFCFF1-C696-A228-C38C-72A8BC028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0521950" cy="1081088"/>
          </a:xfrm>
        </p:spPr>
        <p:txBody>
          <a:bodyPr wrap="square" anchor="t">
            <a:normAutofit/>
          </a:bodyPr>
          <a:lstStyle/>
          <a:p>
            <a:r>
              <a:rPr lang="en-US" sz="3600"/>
              <a:t>Experiment: 6 Features</a:t>
            </a:r>
            <a:br>
              <a:rPr lang="en-US" sz="3700"/>
            </a:br>
            <a:endParaRPr lang="en-US" sz="3700"/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EAD90F78-1743-CE45-CBDE-E0D3C12A2B06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08740871"/>
              </p:ext>
            </p:extLst>
          </p:nvPr>
        </p:nvGraphicFramePr>
        <p:xfrm>
          <a:off x="479425" y="1844675"/>
          <a:ext cx="11233150" cy="4392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314723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43E84D2-B2BF-43B4-3BC3-1DD565C4C37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r>
              <a:rPr lang="en-US" sz="1100" b="1"/>
              <a:t>Vehicle 10 UE data: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100" b="1"/>
              <a:t> </a:t>
            </a:r>
            <a:r>
              <a:rPr lang="en-US" sz="1050"/>
              <a:t>ROC AUC = 1.000 indicates a complete class separability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000"/>
              <a:t>Model correctly distinguishes all handover and non-handover samples</a:t>
            </a:r>
            <a:endParaRPr lang="en-US" sz="1050"/>
          </a:p>
          <a:p>
            <a:pPr>
              <a:buFont typeface="Wingdings" panose="05000000000000000000" pitchFamily="2" charset="2"/>
              <a:buChar char="§"/>
            </a:pPr>
            <a:r>
              <a:rPr lang="en-US" sz="1000"/>
              <a:t>Perfect result likely due to features encoding the label logic (RSRP difference or fulfilled cells)</a:t>
            </a:r>
            <a:endParaRPr lang="en-US" sz="1050"/>
          </a:p>
          <a:p>
            <a:pPr>
              <a:buFont typeface="Wingdings" panose="05000000000000000000" pitchFamily="2" charset="2"/>
              <a:buChar char="§"/>
            </a:pPr>
            <a:endParaRPr lang="en-US" sz="1100" b="1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8DBBB0B-5794-D08C-CACA-2E8988A68E1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100"/>
              <a:t> </a:t>
            </a:r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r>
              <a:rPr lang="en-US" sz="1100" b="1"/>
              <a:t>Vehicle 1 UE data: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050"/>
              <a:t> ROC AUC = 1.000 indicating perfect separability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050"/>
              <a:t>Model predicts flawlessly on test data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050"/>
              <a:t>Result may reflect either strong feature-label correlation or excellent signal separability in 1 UE scenario</a:t>
            </a:r>
            <a:endParaRPr lang="en-US" sz="1100"/>
          </a:p>
          <a:p>
            <a:pPr>
              <a:buFont typeface="Wingdings" panose="05000000000000000000" pitchFamily="2" charset="2"/>
              <a:buChar char="§"/>
            </a:pPr>
            <a:endParaRPr lang="en-US" sz="1050"/>
          </a:p>
          <a:p>
            <a:pPr marL="0" indent="0">
              <a:buNone/>
            </a:pPr>
            <a:endParaRPr lang="en-US" sz="1100" b="1"/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1E887F-5D05-596F-4F58-7BE8A85B1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476250"/>
            <a:ext cx="10798176" cy="1081088"/>
          </a:xfrm>
        </p:spPr>
        <p:txBody>
          <a:bodyPr/>
          <a:lstStyle/>
          <a:p>
            <a:r>
              <a:rPr lang="en-US" sz="3600" kern="1200" dirty="0"/>
              <a:t>ROC Curve – Vehicle Handover Classifier random forest scenarios for both 1 UE and 10 UE data </a:t>
            </a:r>
            <a:endParaRPr lang="en-US" sz="36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04DB49E-B451-5710-7046-515D09E25987}"/>
              </a:ext>
            </a:extLst>
          </p:cNvPr>
          <p:cNvPicPr preferRelativeResize="0">
            <a:picLocks noGrp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477193" y="2118790"/>
            <a:ext cx="3657600" cy="2761488"/>
          </a:xfr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120A9999-4C49-A5DA-B9F0-9FFCEF7B84F2}"/>
              </a:ext>
            </a:extLst>
          </p:cNvPr>
          <p:cNvPicPr preferRelativeResize="0">
            <a:picLocks noGrp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6314718" y="2118790"/>
            <a:ext cx="3657600" cy="2761488"/>
          </a:xfrm>
        </p:spPr>
      </p:pic>
    </p:spTree>
    <p:extLst>
      <p:ext uri="{BB962C8B-B14F-4D97-AF65-F5344CB8AC3E}">
        <p14:creationId xmlns:p14="http://schemas.microsoft.com/office/powerpoint/2010/main" val="22517939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8F5BC1-51BE-5F0E-AC81-3F5E8089390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r>
              <a:rPr lang="en-US" sz="1100" b="1"/>
              <a:t>Pedestrian 10 UE data: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AUC = 1.000 (perfect classification)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Consistent performance across multiple UEs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Feature-label correlation likely explains result</a:t>
            </a:r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A6BFC4-CB80-9738-0042-86B5199BBD9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endParaRPr lang="en-US" sz="1100" b="1"/>
          </a:p>
          <a:p>
            <a:pPr marL="0" indent="0">
              <a:spcBef>
                <a:spcPts val="0"/>
              </a:spcBef>
              <a:buNone/>
            </a:pPr>
            <a:endParaRPr lang="en-US" sz="1100" b="1"/>
          </a:p>
          <a:p>
            <a:pPr marL="0" indent="0">
              <a:spcBef>
                <a:spcPts val="0"/>
              </a:spcBef>
              <a:buNone/>
            </a:pPr>
            <a:endParaRPr lang="en-US" sz="1100" b="1"/>
          </a:p>
          <a:p>
            <a:pPr marL="0" indent="0">
              <a:buNone/>
            </a:pPr>
            <a:r>
              <a:rPr lang="en-US" sz="1100" b="1"/>
              <a:t>Pedestrian 1 UE data: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100" b="1"/>
              <a:t> </a:t>
            </a:r>
            <a:r>
              <a:rPr lang="en-US" sz="1050"/>
              <a:t>AUC = 1.000 (perfect ROC curve)</a:t>
            </a:r>
            <a:endParaRPr lang="en-US" sz="1100" b="1"/>
          </a:p>
          <a:p>
            <a:pPr>
              <a:buFont typeface="Wingdings" panose="05000000000000000000" pitchFamily="2" charset="2"/>
              <a:buChar char="§"/>
            </a:pPr>
            <a:r>
              <a:rPr lang="en-US" sz="1100" b="1"/>
              <a:t> </a:t>
            </a:r>
            <a:r>
              <a:rPr lang="en-US" sz="1050"/>
              <a:t>Model achieves zero test error</a:t>
            </a:r>
            <a:endParaRPr lang="en-US" sz="1100" b="1"/>
          </a:p>
          <a:p>
            <a:pPr>
              <a:buFont typeface="Wingdings" panose="05000000000000000000" pitchFamily="2" charset="2"/>
              <a:buChar char="§"/>
            </a:pPr>
            <a:r>
              <a:rPr lang="en-US" sz="1100" b="1"/>
              <a:t> </a:t>
            </a:r>
            <a:r>
              <a:rPr lang="en-US" sz="1050"/>
              <a:t>Likely influenced by </a:t>
            </a:r>
            <a:r>
              <a:rPr lang="en-US" sz="1050" err="1"/>
              <a:t>rsrp_diff</a:t>
            </a:r>
            <a:r>
              <a:rPr lang="en-US" sz="1050"/>
              <a:t> encoding label condition</a:t>
            </a:r>
            <a:endParaRPr lang="en-US" sz="1100" b="1"/>
          </a:p>
          <a:p>
            <a:pPr marL="0" indent="0">
              <a:spcBef>
                <a:spcPts val="0"/>
              </a:spcBef>
              <a:buNone/>
            </a:pPr>
            <a:endParaRPr lang="en-US" sz="1100" b="1"/>
          </a:p>
          <a:p>
            <a:endParaRPr lang="en-US" sz="110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DDE7F44-9A57-EC23-B360-AB0E1FE1C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476250"/>
            <a:ext cx="10517565" cy="1081088"/>
          </a:xfrm>
        </p:spPr>
        <p:txBody>
          <a:bodyPr/>
          <a:lstStyle/>
          <a:p>
            <a:r>
              <a:rPr lang="en-US" sz="3600" kern="1200" dirty="0"/>
              <a:t>ROC Curve – Pedestrian Handover Classifier random forest scenarios for both 1 UE and 10 UE data</a:t>
            </a:r>
            <a:endParaRPr lang="en-US" sz="36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3FD3865-FF64-7719-5948-2AD40B1179F8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71629" y="1897895"/>
            <a:ext cx="3657599" cy="2761192"/>
          </a:xfr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380E9563-BDDD-DD7F-B9B7-9BCA74199D4F}"/>
              </a:ext>
            </a:extLst>
          </p:cNvPr>
          <p:cNvPicPr preferRelativeResize="0">
            <a:picLocks noGrp="1"/>
          </p:cNvPicPr>
          <p:nvPr>
            <p:ph sz="quarter" idx="2"/>
          </p:nvPr>
        </p:nvPicPr>
        <p:blipFill>
          <a:blip r:embed="rId2"/>
          <a:stretch>
            <a:fillRect/>
          </a:stretch>
        </p:blipFill>
        <p:spPr>
          <a:xfrm>
            <a:off x="6238234" y="1897599"/>
            <a:ext cx="3657600" cy="2761488"/>
          </a:xfrm>
        </p:spPr>
      </p:pic>
    </p:spTree>
    <p:extLst>
      <p:ext uri="{BB962C8B-B14F-4D97-AF65-F5344CB8AC3E}">
        <p14:creationId xmlns:p14="http://schemas.microsoft.com/office/powerpoint/2010/main" val="41753280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FD80CE-1BC7-2547-5D72-27685DF6C38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r>
              <a:rPr lang="en-US" sz="1100" b="1"/>
              <a:t>10 UE Vehicle: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100" b="1"/>
              <a:t> </a:t>
            </a:r>
            <a:r>
              <a:rPr lang="en-US" sz="1050"/>
              <a:t>AUC = 1.000 (flawless prediction)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050"/>
              <a:t> </a:t>
            </a:r>
            <a:r>
              <a:rPr lang="en-US" sz="1000"/>
              <a:t>Similar result despite higher user density</a:t>
            </a:r>
            <a:endParaRPr lang="en-US" sz="1050"/>
          </a:p>
          <a:p>
            <a:pPr>
              <a:buFont typeface="Wingdings" panose="05000000000000000000" pitchFamily="2" charset="2"/>
              <a:buChar char="§"/>
            </a:pPr>
            <a:r>
              <a:rPr lang="en-US" sz="1050"/>
              <a:t>This indicates </a:t>
            </a:r>
            <a:r>
              <a:rPr lang="en-US" sz="1000"/>
              <a:t>strong feature-label correlation</a:t>
            </a:r>
            <a:endParaRPr lang="en-US" sz="1050"/>
          </a:p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CCE46D-413A-784C-62EB-F591B8E7DF8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r>
              <a:rPr lang="en-US" sz="1100" b="1"/>
              <a:t>1 UE Vehicle: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100" b="1"/>
              <a:t> </a:t>
            </a:r>
            <a:r>
              <a:rPr lang="en-US" sz="1050"/>
              <a:t>AUC = 1.000 (perfect classification)</a:t>
            </a:r>
            <a:endParaRPr lang="en-US" sz="1100" b="1"/>
          </a:p>
          <a:p>
            <a:pPr>
              <a:buFont typeface="Wingdings" panose="05000000000000000000" pitchFamily="2" charset="2"/>
              <a:buChar char="§"/>
            </a:pPr>
            <a:r>
              <a:rPr lang="en-US" sz="1100" b="1"/>
              <a:t> </a:t>
            </a:r>
            <a:r>
              <a:rPr lang="en-US" sz="1050"/>
              <a:t>Model separates classes without error</a:t>
            </a: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2815DDA-DBCC-C8BE-6FE2-B5ADBD95B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0733732" cy="1081088"/>
          </a:xfrm>
        </p:spPr>
        <p:txBody>
          <a:bodyPr/>
          <a:lstStyle/>
          <a:p>
            <a:r>
              <a:rPr lang="en-US" sz="3600" kern="1200" dirty="0"/>
              <a:t>ROC Curve – Vehicle Handover Classifier </a:t>
            </a:r>
            <a:r>
              <a:rPr lang="en-US" sz="3600" kern="1200" dirty="0" err="1"/>
              <a:t>XGBoost</a:t>
            </a:r>
            <a:r>
              <a:rPr lang="en-US" sz="3600" kern="1200" dirty="0"/>
              <a:t> scenarios for both 1 UE and 10 UE data</a:t>
            </a:r>
            <a:endParaRPr lang="en-US" sz="36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D19F881-C575-25D2-70A1-5BA1AD94459E}"/>
              </a:ext>
            </a:extLst>
          </p:cNvPr>
          <p:cNvPicPr preferRelativeResize="0">
            <a:picLocks noGrp="1"/>
          </p:cNvPicPr>
          <p:nvPr>
            <p:ph sz="quarter" idx="2"/>
          </p:nvPr>
        </p:nvPicPr>
        <p:blipFill>
          <a:blip r:embed="rId2"/>
          <a:stretch>
            <a:fillRect/>
          </a:stretch>
        </p:blipFill>
        <p:spPr>
          <a:xfrm>
            <a:off x="6238234" y="1954288"/>
            <a:ext cx="3657600" cy="2768986"/>
          </a:xfr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A97AB4C-2A54-2F70-E3F2-9993466AFB47}"/>
              </a:ext>
            </a:extLst>
          </p:cNvPr>
          <p:cNvPicPr preferRelativeResize="0">
            <a:picLocks noGrp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548142" y="2009170"/>
            <a:ext cx="3657600" cy="2761488"/>
          </a:xfrm>
        </p:spPr>
      </p:pic>
    </p:spTree>
    <p:extLst>
      <p:ext uri="{BB962C8B-B14F-4D97-AF65-F5344CB8AC3E}">
        <p14:creationId xmlns:p14="http://schemas.microsoft.com/office/powerpoint/2010/main" val="28990569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0C96F-3977-8F07-A808-D99E99578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989" y="476250"/>
            <a:ext cx="10977080" cy="1081088"/>
          </a:xfrm>
        </p:spPr>
        <p:txBody>
          <a:bodyPr/>
          <a:lstStyle/>
          <a:p>
            <a:r>
              <a:rPr lang="en-US" sz="3600" kern="1200" dirty="0"/>
              <a:t>ROC Curve – Pedestrian Handover Classifier </a:t>
            </a:r>
            <a:r>
              <a:rPr lang="en-US" sz="3600" kern="1200" dirty="0" err="1"/>
              <a:t>XGBoost</a:t>
            </a:r>
            <a:r>
              <a:rPr lang="en-US" sz="3600" kern="1200" dirty="0"/>
              <a:t> scenarios for both 1 UE and 10 UE data </a:t>
            </a:r>
            <a:endParaRPr lang="en-US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2C7F1E-430C-341F-3B84-66633085A73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sz="1200" b="1"/>
          </a:p>
          <a:p>
            <a:endParaRPr lang="en-US" sz="1200" b="1"/>
          </a:p>
          <a:p>
            <a:endParaRPr lang="en-US" sz="1200" b="1"/>
          </a:p>
          <a:p>
            <a:pPr marL="0" indent="0">
              <a:buNone/>
            </a:pPr>
            <a:r>
              <a:rPr lang="en-US" sz="1200" b="1"/>
              <a:t>10UE Pedestrian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AUC = 1.000, also showing perfect classification.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00"/>
              <a:t> 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he feature set (RSRP difference) is highly predictive even under multi-user interference.</a:t>
            </a:r>
            <a:endParaRPr lang="en-US" sz="1200" b="1"/>
          </a:p>
          <a:p>
            <a:endParaRPr lang="en-US" sz="1200" b="1"/>
          </a:p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7EA7DD-B879-F608-F429-B199545D348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sz="1200" b="1"/>
          </a:p>
          <a:p>
            <a:endParaRPr lang="en-US" sz="1200" b="1"/>
          </a:p>
          <a:p>
            <a:pPr marL="0" indent="0">
              <a:buNone/>
            </a:pPr>
            <a:endParaRPr lang="en-US" sz="1200" b="1"/>
          </a:p>
          <a:p>
            <a:pPr marL="0" indent="0">
              <a:buNone/>
            </a:pPr>
            <a:r>
              <a:rPr lang="en-US" sz="1200" b="1"/>
              <a:t>1 UE Pedestrian: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200" b="1"/>
              <a:t> 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AUC = 1.000, indicating perfect model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Classifier accurately separates handover vs. non-handover events.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Likely due to strong signal separation and low data complexity.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200" b="1"/>
          </a:p>
          <a:p>
            <a:endParaRPr lang="en-US" sz="1200" b="1"/>
          </a:p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ACC9B3C-5923-D2B3-6F03-48526D54A69A}"/>
              </a:ext>
            </a:extLst>
          </p:cNvPr>
          <p:cNvPicPr preferRelativeResize="0">
            <a:picLocks noGrp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14191" y="2027160"/>
            <a:ext cx="3657600" cy="2825496"/>
          </a:xfr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C770E5AB-46C9-2216-FCEC-125C8A866F0D}"/>
              </a:ext>
            </a:extLst>
          </p:cNvPr>
          <p:cNvPicPr preferRelativeResize="0">
            <a:picLocks noGrp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6282565" y="2027160"/>
            <a:ext cx="3657600" cy="2825496"/>
          </a:xfrm>
        </p:spPr>
      </p:pic>
    </p:spTree>
    <p:extLst>
      <p:ext uri="{BB962C8B-B14F-4D97-AF65-F5344CB8AC3E}">
        <p14:creationId xmlns:p14="http://schemas.microsoft.com/office/powerpoint/2010/main" val="35403464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E72DC9-C890-80C3-8923-DBB4255435C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72000" tIns="36000" rIns="72000" bIns="36000" rtlCol="0" anchor="t">
            <a:noAutofit/>
          </a:bodyPr>
          <a:lstStyle/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r>
              <a:rPr lang="en-US" sz="1100" b="1"/>
              <a:t>10 UE Vehicular Mobility data: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b="1"/>
              <a:t> </a:t>
            </a:r>
            <a:r>
              <a:rPr lang="en-US" sz="1200"/>
              <a:t>All 506188 non-handovers and 2585 handovers correctly classified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/>
              <a:t> No false positives or false negatives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/>
              <a:t>Precision and recall = 1.00 (perfect accuracy)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26F464-90DC-2812-1E4C-52561970C09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1655" y="3936875"/>
            <a:ext cx="5472113" cy="2304874"/>
          </a:xfrm>
        </p:spPr>
        <p:txBody>
          <a:bodyPr/>
          <a:lstStyle/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r>
              <a:rPr lang="en-US" sz="1100" b="1"/>
              <a:t>Single UE Vehicular Mobility data: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/>
              <a:t>There are 246 handover samples and 52182 non handover samples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/>
              <a:t> </a:t>
            </a:r>
            <a:r>
              <a:rPr lang="it-IT" sz="1200"/>
              <a:t>841 false handovers (precision = 0.23)</a:t>
            </a:r>
            <a:endParaRPr lang="en-US" sz="1200"/>
          </a:p>
          <a:p>
            <a:pPr>
              <a:buFont typeface="Wingdings" panose="05000000000000000000" pitchFamily="2" charset="2"/>
              <a:buChar char="§"/>
            </a:pPr>
            <a:r>
              <a:rPr lang="en-US" sz="1200"/>
              <a:t> High sensitivity, low specificity due to class imbalance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32BD5CF-F4D1-BB11-FEC4-0A5B980BB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0503314" cy="1081088"/>
          </a:xfrm>
        </p:spPr>
        <p:txBody>
          <a:bodyPr/>
          <a:lstStyle/>
          <a:p>
            <a:r>
              <a:rPr lang="en-US" sz="3600" dirty="0"/>
              <a:t>Confusion Matrix Vehicle Data with Random forest 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F2157AD7-E799-7F32-ABE7-BB63B3912B44}"/>
              </a:ext>
            </a:extLst>
          </p:cNvPr>
          <p:cNvPicPr preferRelativeResize="0">
            <a:picLocks noGrp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439795" y="2173665"/>
            <a:ext cx="3657600" cy="2825496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6DB00E6-2F40-A9F9-72AF-390A545DE132}"/>
              </a:ext>
            </a:extLst>
          </p:cNvPr>
          <p:cNvPicPr preferRelativeResize="0">
            <a:picLocks noGrp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6350146" y="2173665"/>
            <a:ext cx="3657600" cy="2825496"/>
          </a:xfrm>
        </p:spPr>
      </p:pic>
    </p:spTree>
    <p:extLst>
      <p:ext uri="{BB962C8B-B14F-4D97-AF65-F5344CB8AC3E}">
        <p14:creationId xmlns:p14="http://schemas.microsoft.com/office/powerpoint/2010/main" val="5758572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B4E30-A679-04E8-7BE4-F46ED6BBF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476250"/>
            <a:ext cx="10672279" cy="1081088"/>
          </a:xfrm>
        </p:spPr>
        <p:txBody>
          <a:bodyPr/>
          <a:lstStyle/>
          <a:p>
            <a:r>
              <a:rPr lang="en-US" sz="3600" dirty="0"/>
              <a:t>Confusion Matrix Pedestrian Data with Random forest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D2F08AC-B378-DAC5-EC80-DE80852044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2694" y="4150368"/>
            <a:ext cx="5472113" cy="2089151"/>
          </a:xfrm>
        </p:spPr>
        <p:txBody>
          <a:bodyPr/>
          <a:lstStyle/>
          <a:p>
            <a:pPr marL="0" indent="0">
              <a:buNone/>
            </a:pPr>
            <a:endParaRPr lang="en-US" sz="1200" b="1"/>
          </a:p>
          <a:p>
            <a:pPr marL="0" indent="0">
              <a:buNone/>
            </a:pPr>
            <a:endParaRPr lang="en-US" sz="1200" b="1"/>
          </a:p>
          <a:p>
            <a:pPr marL="0" indent="0">
              <a:buNone/>
            </a:pPr>
            <a:endParaRPr lang="en-US" sz="1200" b="1"/>
          </a:p>
          <a:p>
            <a:pPr marL="0" indent="0">
              <a:buNone/>
            </a:pPr>
            <a:r>
              <a:rPr lang="en-US" sz="1200" b="1"/>
              <a:t>10 UE pedestrian Mobility data: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100" b="1"/>
              <a:t> </a:t>
            </a:r>
            <a:r>
              <a:rPr kumimoji="0" lang="en-US" altLang="en-US" sz="11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All 533881 handovers  and 455 non-handover samples are correctly classified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No missed handovers.</a:t>
            </a:r>
            <a:endParaRPr lang="en-US" sz="1200" b="1"/>
          </a:p>
          <a:p>
            <a:pPr marL="0" indent="0">
              <a:buNone/>
            </a:pP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EAFBAE-99BD-35FB-F120-761A3A9982C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1655" y="4152597"/>
            <a:ext cx="5472113" cy="2229153"/>
          </a:xfrm>
        </p:spPr>
        <p:txBody>
          <a:bodyPr vert="horz" lIns="72000" tIns="36000" rIns="72000" bIns="36000" rtlCol="0" anchor="t">
            <a:noAutofit/>
          </a:bodyPr>
          <a:lstStyle/>
          <a:p>
            <a:pPr marL="0" indent="0">
              <a:buNone/>
            </a:pPr>
            <a:endParaRPr lang="en-US" sz="1200" b="1"/>
          </a:p>
          <a:p>
            <a:pPr marL="0" indent="0">
              <a:buNone/>
            </a:pPr>
            <a:endParaRPr lang="en-US" sz="1200" b="1"/>
          </a:p>
          <a:p>
            <a:pPr marL="0" indent="0">
              <a:buNone/>
            </a:pPr>
            <a:endParaRPr lang="en-US" sz="1200" b="1"/>
          </a:p>
          <a:p>
            <a:pPr marL="0" indent="0">
              <a:buNone/>
            </a:pPr>
            <a:r>
              <a:rPr lang="en-US" sz="1200" b="1"/>
              <a:t>Single UE pedestrian Mobility data: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/>
              <a:t> </a:t>
            </a:r>
            <a:r>
              <a:rPr lang="en-US" sz="1100"/>
              <a:t>28/29 handovers correctly detected (recall = 0.97)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/>
              <a:t> All 46669 non-handovers correctly classified (no false positives)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/>
              <a:t>One handover missed (false negative)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/>
              <a:t>High precision and recall; near-perfect classification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200" b="1"/>
          </a:p>
          <a:p>
            <a:pPr marL="0" indent="0">
              <a:buNone/>
            </a:pPr>
            <a:endParaRPr lang="en-US" sz="1200" b="1"/>
          </a:p>
          <a:p>
            <a:pPr marL="264795" indent="-264795"/>
            <a:endParaRPr lang="en-US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8ABEB8B0-1622-EF8C-742F-22214AE60F68}"/>
              </a:ext>
            </a:extLst>
          </p:cNvPr>
          <p:cNvPicPr preferRelativeResize="0">
            <a:picLocks noGrp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11396" y="2144636"/>
            <a:ext cx="3657600" cy="2825496"/>
          </a:xfr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6AB2A76-1519-4723-9539-6E146A334083}"/>
              </a:ext>
            </a:extLst>
          </p:cNvPr>
          <p:cNvPicPr preferRelativeResize="0">
            <a:picLocks noGrp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6328032" y="2144636"/>
            <a:ext cx="3657600" cy="2825496"/>
          </a:xfrm>
        </p:spPr>
      </p:pic>
    </p:spTree>
    <p:extLst>
      <p:ext uri="{BB962C8B-B14F-4D97-AF65-F5344CB8AC3E}">
        <p14:creationId xmlns:p14="http://schemas.microsoft.com/office/powerpoint/2010/main" val="25102655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13D90-D528-55A1-EF64-505D78225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476250"/>
            <a:ext cx="10881001" cy="1081088"/>
          </a:xfrm>
        </p:spPr>
        <p:txBody>
          <a:bodyPr/>
          <a:lstStyle/>
          <a:p>
            <a:r>
              <a:rPr lang="en-US" sz="3600" dirty="0"/>
              <a:t>Confusion Matrix Vehicle Data with </a:t>
            </a:r>
            <a:r>
              <a:rPr lang="en-US" sz="3600" dirty="0" err="1"/>
              <a:t>XGBoost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2652DDB-D32D-0F88-5857-6E10D7EAD0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2694" y="3851123"/>
            <a:ext cx="5472113" cy="2388395"/>
          </a:xfrm>
        </p:spPr>
        <p:txBody>
          <a:bodyPr/>
          <a:lstStyle/>
          <a:p>
            <a:endParaRPr lang="en-US" sz="1100" b="1"/>
          </a:p>
          <a:p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r>
              <a:rPr lang="en-US" sz="1100" b="1"/>
              <a:t>10 UE Vehicular Mobility data</a:t>
            </a:r>
          </a:p>
          <a:p>
            <a:pPr marL="0" indent="0" eaLnBrk="0" hangingPunct="0">
              <a:buFontTx/>
              <a:buChar char="•"/>
            </a:pPr>
            <a:r>
              <a:rPr lang="en-US" sz="1200"/>
              <a:t> All 506188 non-handovers and 2585 handovers correctly classified</a:t>
            </a:r>
          </a:p>
          <a:p>
            <a:pPr marL="0" indent="0" eaLnBrk="0" hangingPunct="0">
              <a:buFontTx/>
              <a:buChar char="•"/>
            </a:pPr>
            <a:r>
              <a:rPr lang="en-US" sz="1200"/>
              <a:t>No false positives or false negatives</a:t>
            </a:r>
          </a:p>
          <a:p>
            <a:pPr marL="0" indent="0" eaLnBrk="0" hangingPunct="0">
              <a:buFontTx/>
              <a:buChar char="•"/>
            </a:pPr>
            <a:r>
              <a:rPr lang="en-US" sz="1200"/>
              <a:t>Perfect accuracy: precision and recall = 1.00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1100" b="1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4EF3D7-23B4-DFB0-8BF6-AD133152ABC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1655" y="4715881"/>
            <a:ext cx="5472113" cy="1525867"/>
          </a:xfrm>
        </p:spPr>
        <p:txBody>
          <a:bodyPr vert="horz" lIns="72000" tIns="36000" rIns="72000" bIns="36000" rtlCol="0" anchor="t">
            <a:noAutofit/>
          </a:bodyPr>
          <a:lstStyle/>
          <a:p>
            <a:pPr marL="0" indent="0">
              <a:buNone/>
            </a:pPr>
            <a:r>
              <a:rPr lang="en-US" sz="1100" b="1"/>
              <a:t>Single UE Vehicular Mobility data:</a:t>
            </a:r>
          </a:p>
          <a:p>
            <a:pPr marL="0" indent="0" eaLnBrk="0" hangingPunct="0">
              <a:buFontTx/>
              <a:buChar char="•"/>
            </a:pPr>
            <a:r>
              <a:rPr lang="en-US" sz="1200"/>
              <a:t> </a:t>
            </a:r>
            <a:r>
              <a:rPr lang="en-US" altLang="en-US" sz="1200"/>
              <a:t>All 246 handovers and 53,023 non-handovers correctly classified</a:t>
            </a:r>
          </a:p>
          <a:p>
            <a:pPr marL="0" indent="0" eaLnBrk="0" hangingPunct="0">
              <a:buFontTx/>
              <a:buChar char="•"/>
            </a:pPr>
            <a:r>
              <a:rPr lang="en-US" altLang="en-US" sz="1200"/>
              <a:t>No false positives or false negatives</a:t>
            </a:r>
          </a:p>
          <a:p>
            <a:pPr marL="0" indent="0" eaLnBrk="0" hangingPunct="0">
              <a:buFontTx/>
              <a:buChar char="•"/>
            </a:pPr>
            <a:r>
              <a:rPr lang="en-US" altLang="en-US" sz="1200"/>
              <a:t>Perfect accuracy: precision and recall = 1.00</a:t>
            </a:r>
          </a:p>
          <a:p>
            <a:pPr marL="0" indent="0" eaLnBrk="0" hangingPunct="0">
              <a:buFontTx/>
              <a:buChar char="•"/>
            </a:pPr>
            <a:endParaRPr lang="en-US" sz="1100" b="1"/>
          </a:p>
          <a:p>
            <a:pPr marL="264795" indent="-264795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8BD7690-F3CF-BBB5-00F8-8971E0A3A5F0}"/>
              </a:ext>
            </a:extLst>
          </p:cNvPr>
          <p:cNvPicPr preferRelativeResize="0">
            <a:picLocks noGrp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11831" y="1890385"/>
            <a:ext cx="3657600" cy="2825496"/>
          </a:xfrm>
        </p:spPr>
      </p:pic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EF1B972D-01AD-3109-4DD7-51364B79A5D5}"/>
              </a:ext>
            </a:extLst>
          </p:cNvPr>
          <p:cNvPicPr preferRelativeResize="0">
            <a:picLocks noGrp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6352062" y="1774431"/>
            <a:ext cx="3657600" cy="2825496"/>
          </a:xfrm>
        </p:spPr>
      </p:pic>
    </p:spTree>
    <p:extLst>
      <p:ext uri="{BB962C8B-B14F-4D97-AF65-F5344CB8AC3E}">
        <p14:creationId xmlns:p14="http://schemas.microsoft.com/office/powerpoint/2010/main" val="6445132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EC65D-0691-26A3-B066-26C397058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1192622" cy="1081088"/>
          </a:xfrm>
        </p:spPr>
        <p:txBody>
          <a:bodyPr/>
          <a:lstStyle/>
          <a:p>
            <a:r>
              <a:rPr lang="en-US" sz="3600" dirty="0"/>
              <a:t>Confusion Matrix Pedestrian Data with </a:t>
            </a:r>
            <a:r>
              <a:rPr lang="en-US" sz="3600" dirty="0" err="1"/>
              <a:t>XGBoost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747931-F745-32D8-FCA6-D71B66D4830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72000" tIns="36000" rIns="72000" bIns="36000" rtlCol="0" anchor="t">
            <a:noAutofit/>
          </a:bodyPr>
          <a:lstStyle/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r>
              <a:rPr lang="en-US" sz="1200" b="1"/>
              <a:t>10 UE Pedestrian Mobility data:</a:t>
            </a:r>
          </a:p>
          <a:p>
            <a:pPr marL="0" indent="0" eaLnBrk="0" hangingPunct="0">
              <a:spcBef>
                <a:spcPts val="900"/>
              </a:spcBef>
              <a:buFontTx/>
              <a:buChar char="•"/>
            </a:pPr>
            <a:r>
              <a:rPr lang="en-US" sz="1200"/>
              <a:t>  </a:t>
            </a:r>
            <a:r>
              <a:rPr lang="en-US" altLang="en-US" sz="1200"/>
              <a:t>All 455 handovers and 533,881 non-handovers correctly classified</a:t>
            </a:r>
          </a:p>
          <a:p>
            <a:pPr marL="0" indent="0" eaLnBrk="0" hangingPunct="0">
              <a:spcBef>
                <a:spcPts val="900"/>
              </a:spcBef>
              <a:buFontTx/>
              <a:buChar char="•"/>
            </a:pPr>
            <a:r>
              <a:rPr lang="en-US" altLang="en-US" sz="1200"/>
              <a:t>No false positives or false negatives</a:t>
            </a:r>
          </a:p>
          <a:p>
            <a:pPr marL="0" indent="0" eaLnBrk="0" hangingPunct="0">
              <a:spcBef>
                <a:spcPts val="900"/>
              </a:spcBef>
              <a:buFontTx/>
              <a:buChar char="•"/>
            </a:pPr>
            <a:r>
              <a:rPr lang="en-US" altLang="en-US" sz="1200"/>
              <a:t>Perfect accuracy: precision and recall = 1.00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100" b="1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703E15-EA04-E806-585D-4C7793D288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1655" y="4713805"/>
            <a:ext cx="5472113" cy="1527943"/>
          </a:xfrm>
        </p:spPr>
        <p:txBody>
          <a:bodyPr vert="horz" lIns="72000" tIns="36000" rIns="72000" bIns="36000" rtlCol="0" anchor="t">
            <a:noAutofit/>
          </a:bodyPr>
          <a:lstStyle/>
          <a:p>
            <a:pPr marL="0" indent="0" eaLnBrk="0" hangingPunct="0">
              <a:spcBef>
                <a:spcPts val="900"/>
              </a:spcBef>
              <a:buNone/>
            </a:pPr>
            <a:r>
              <a:rPr lang="en-US" sz="1200" b="1"/>
              <a:t>Single UE Pedestrian Mobility data:</a:t>
            </a:r>
          </a:p>
          <a:p>
            <a:pPr marL="0" marR="0" lvl="0" indent="0" defTabSz="914400" eaLnBrk="0" latinLnBrk="0" hangingPunct="0">
              <a:lnSpc>
                <a:spcPct val="100000"/>
              </a:lnSpc>
              <a:spcBef>
                <a:spcPts val="900"/>
              </a:spcBef>
              <a:buSzTx/>
              <a:buFontTx/>
              <a:buChar char="•"/>
              <a:tabLst/>
            </a:pPr>
            <a:r>
              <a:rPr lang="en-US" altLang="en-US" sz="1200"/>
              <a:t>  All 29 handovers and 46669 non-handovers correctly classified</a:t>
            </a:r>
          </a:p>
          <a:p>
            <a:pPr marL="0" marR="0" lvl="0" indent="0" defTabSz="914400" eaLnBrk="0" latinLnBrk="0" hangingPunct="0">
              <a:lnSpc>
                <a:spcPct val="100000"/>
              </a:lnSpc>
              <a:spcBef>
                <a:spcPts val="900"/>
              </a:spcBef>
              <a:buSzTx/>
              <a:buFontTx/>
              <a:buChar char="•"/>
              <a:tabLst/>
            </a:pPr>
            <a:r>
              <a:rPr lang="en-US" altLang="en-US" sz="1200"/>
              <a:t> No false positives or false negatives</a:t>
            </a:r>
          </a:p>
          <a:p>
            <a:pPr marL="0" marR="0" lvl="0" indent="0" defTabSz="914400" eaLnBrk="0" latinLnBrk="0" hangingPunct="0">
              <a:lnSpc>
                <a:spcPct val="100000"/>
              </a:lnSpc>
              <a:spcBef>
                <a:spcPts val="900"/>
              </a:spcBef>
              <a:buSzTx/>
              <a:buFontTx/>
              <a:buChar char="•"/>
              <a:tabLst/>
            </a:pPr>
            <a:r>
              <a:rPr lang="en-US" altLang="en-US" sz="1200"/>
              <a:t>Perfect accuracy: precision and recall = 1.00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 sz="1100" b="1"/>
          </a:p>
          <a:p>
            <a:pPr marL="0" indent="0">
              <a:buNone/>
            </a:pPr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3850C11-F4FE-674D-558E-55666799CC7F}"/>
              </a:ext>
            </a:extLst>
          </p:cNvPr>
          <p:cNvPicPr preferRelativeResize="0">
            <a:picLocks noGrp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56255" y="1847850"/>
            <a:ext cx="3657600" cy="2825496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B7B5361-9C73-4C01-4CE1-FCC7239DF2EE}"/>
              </a:ext>
            </a:extLst>
          </p:cNvPr>
          <p:cNvPicPr preferRelativeResize="0">
            <a:picLocks noGrp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6339131" y="1847850"/>
            <a:ext cx="3657600" cy="2825496"/>
          </a:xfrm>
        </p:spPr>
      </p:pic>
    </p:spTree>
    <p:extLst>
      <p:ext uri="{BB962C8B-B14F-4D97-AF65-F5344CB8AC3E}">
        <p14:creationId xmlns:p14="http://schemas.microsoft.com/office/powerpoint/2010/main" val="7419899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5F9D9-D7E8-D376-3E8E-67F89446C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0620754" cy="1081088"/>
          </a:xfrm>
        </p:spPr>
        <p:txBody>
          <a:bodyPr/>
          <a:lstStyle/>
          <a:p>
            <a:r>
              <a:rPr lang="en-US" sz="3600" kern="1200" dirty="0"/>
              <a:t>Evaluation Across number of UE and the UE mobility scenarios for Random forest </a:t>
            </a:r>
            <a:endParaRPr lang="en-US" sz="3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3B5A21-6FAD-8494-77A5-D5C95A885274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4009942648"/>
              </p:ext>
            </p:extLst>
          </p:nvPr>
        </p:nvGraphicFramePr>
        <p:xfrm>
          <a:off x="606425" y="1927501"/>
          <a:ext cx="9996542" cy="4158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941">
                  <a:extLst>
                    <a:ext uri="{9D8B030D-6E8A-4147-A177-3AD203B41FA5}">
                      <a16:colId xmlns:a16="http://schemas.microsoft.com/office/drawing/2014/main" val="2886590096"/>
                    </a:ext>
                  </a:extLst>
                </a:gridCol>
                <a:gridCol w="2102883">
                  <a:extLst>
                    <a:ext uri="{9D8B030D-6E8A-4147-A177-3AD203B41FA5}">
                      <a16:colId xmlns:a16="http://schemas.microsoft.com/office/drawing/2014/main" val="3812581765"/>
                    </a:ext>
                  </a:extLst>
                </a:gridCol>
                <a:gridCol w="2369667">
                  <a:extLst>
                    <a:ext uri="{9D8B030D-6E8A-4147-A177-3AD203B41FA5}">
                      <a16:colId xmlns:a16="http://schemas.microsoft.com/office/drawing/2014/main" val="3506762313"/>
                    </a:ext>
                  </a:extLst>
                </a:gridCol>
                <a:gridCol w="1663474">
                  <a:extLst>
                    <a:ext uri="{9D8B030D-6E8A-4147-A177-3AD203B41FA5}">
                      <a16:colId xmlns:a16="http://schemas.microsoft.com/office/drawing/2014/main" val="1086153129"/>
                    </a:ext>
                  </a:extLst>
                </a:gridCol>
                <a:gridCol w="2118577">
                  <a:extLst>
                    <a:ext uri="{9D8B030D-6E8A-4147-A177-3AD203B41FA5}">
                      <a16:colId xmlns:a16="http://schemas.microsoft.com/office/drawing/2014/main" val="2628191602"/>
                    </a:ext>
                  </a:extLst>
                </a:gridCol>
              </a:tblGrid>
              <a:tr h="594136"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60">
                          <a:solidFill>
                            <a:schemeClr val="bg1"/>
                          </a:solidFill>
                        </a:rPr>
                        <a:t>Metric</a:t>
                      </a:r>
                    </a:p>
                  </a:txBody>
                  <a:tcPr marL="64620" marR="64620" marT="85746" marB="323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60">
                          <a:solidFill>
                            <a:schemeClr val="bg1"/>
                          </a:solidFill>
                        </a:rPr>
                        <a:t>Pedestrian-1UE</a:t>
                      </a:r>
                    </a:p>
                  </a:txBody>
                  <a:tcPr marL="64620" marR="64620" marT="85746" marB="323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60">
                          <a:solidFill>
                            <a:schemeClr val="bg1"/>
                          </a:solidFill>
                        </a:rPr>
                        <a:t>Pedestrian-10UEs</a:t>
                      </a:r>
                    </a:p>
                  </a:txBody>
                  <a:tcPr marL="64620" marR="64620" marT="85746" marB="323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60">
                          <a:solidFill>
                            <a:schemeClr val="bg1"/>
                          </a:solidFill>
                        </a:rPr>
                        <a:t>Vehicle-1UE</a:t>
                      </a:r>
                    </a:p>
                  </a:txBody>
                  <a:tcPr marL="64620" marR="64620" marT="85746" marB="323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60">
                          <a:solidFill>
                            <a:schemeClr val="bg1"/>
                          </a:solidFill>
                        </a:rPr>
                        <a:t>Vehicle–10UEs</a:t>
                      </a:r>
                    </a:p>
                  </a:txBody>
                  <a:tcPr marL="64620" marR="64620" marT="85746" marB="32309" anchor="ctr"/>
                </a:tc>
                <a:extLst>
                  <a:ext uri="{0D108BD9-81ED-4DB2-BD59-A6C34878D82A}">
                    <a16:rowId xmlns:a16="http://schemas.microsoft.com/office/drawing/2014/main" val="2409298769"/>
                  </a:ext>
                </a:extLst>
              </a:tr>
              <a:tr h="509260"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0">
                          <a:solidFill>
                            <a:schemeClr val="tx1"/>
                          </a:solidFill>
                        </a:rPr>
                        <a:t>Accuracy</a:t>
                      </a:r>
                    </a:p>
                  </a:txBody>
                  <a:tcPr marL="64620" marR="64620" marT="85746" marB="323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423699"/>
                  </a:ext>
                </a:extLst>
              </a:tr>
              <a:tr h="509260"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0">
                          <a:solidFill>
                            <a:schemeClr val="tx1"/>
                          </a:solidFill>
                        </a:rPr>
                        <a:t>Precision (0)</a:t>
                      </a:r>
                    </a:p>
                  </a:txBody>
                  <a:tcPr marL="64620" marR="64620" marT="85746" marB="323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426391"/>
                  </a:ext>
                </a:extLst>
              </a:tr>
              <a:tr h="509260"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0">
                          <a:solidFill>
                            <a:schemeClr val="tx1"/>
                          </a:solidFill>
                        </a:rPr>
                        <a:t>Recall (0)</a:t>
                      </a:r>
                    </a:p>
                  </a:txBody>
                  <a:tcPr marL="64620" marR="64620" marT="85746" marB="323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8565658"/>
                  </a:ext>
                </a:extLst>
              </a:tr>
              <a:tr h="509260"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0">
                          <a:solidFill>
                            <a:schemeClr val="tx1"/>
                          </a:solidFill>
                        </a:rPr>
                        <a:t>F1-Score (0)</a:t>
                      </a:r>
                    </a:p>
                  </a:txBody>
                  <a:tcPr marL="64620" marR="64620" marT="85746" marB="323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2021371"/>
                  </a:ext>
                </a:extLst>
              </a:tr>
              <a:tr h="509260"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0">
                          <a:solidFill>
                            <a:schemeClr val="tx1"/>
                          </a:solidFill>
                        </a:rPr>
                        <a:t>Precision (1)</a:t>
                      </a:r>
                    </a:p>
                  </a:txBody>
                  <a:tcPr marL="64620" marR="64620" marT="85746" marB="323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392078"/>
                  </a:ext>
                </a:extLst>
              </a:tr>
              <a:tr h="509260"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0">
                          <a:solidFill>
                            <a:schemeClr val="tx1"/>
                          </a:solidFill>
                        </a:rPr>
                        <a:t>Recall (1)</a:t>
                      </a:r>
                    </a:p>
                  </a:txBody>
                  <a:tcPr marL="64620" marR="64620" marT="85746" marB="323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510359"/>
                  </a:ext>
                </a:extLst>
              </a:tr>
              <a:tr h="509260"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0">
                          <a:solidFill>
                            <a:schemeClr val="tx1"/>
                          </a:solidFill>
                        </a:rPr>
                        <a:t>F1-Score (1)</a:t>
                      </a:r>
                    </a:p>
                  </a:txBody>
                  <a:tcPr marL="64620" marR="64620" marT="85746" marB="323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3095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94190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91891FD-29AA-18E4-FC5A-2B8FD989D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476250"/>
            <a:ext cx="9847381" cy="1081088"/>
          </a:xfrm>
        </p:spPr>
        <p:txBody>
          <a:bodyPr/>
          <a:lstStyle/>
          <a:p>
            <a:r>
              <a:rPr lang="en-US" sz="3600" kern="1200" dirty="0"/>
              <a:t>Evaluation Across number of UE and the UE mobility scenarios for </a:t>
            </a:r>
            <a:r>
              <a:rPr lang="en-US" sz="3600" kern="1200" dirty="0" err="1"/>
              <a:t>XGBoost</a:t>
            </a:r>
            <a:r>
              <a:rPr lang="en-US" sz="3600" kern="1200" dirty="0"/>
              <a:t> </a:t>
            </a:r>
            <a:endParaRPr lang="en-US" sz="3600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67D460AD-19C6-4826-D2CF-4B4FD540E802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263067329"/>
              </p:ext>
            </p:extLst>
          </p:nvPr>
        </p:nvGraphicFramePr>
        <p:xfrm>
          <a:off x="623956" y="2087217"/>
          <a:ext cx="10010480" cy="4090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73">
                  <a:extLst>
                    <a:ext uri="{9D8B030D-6E8A-4147-A177-3AD203B41FA5}">
                      <a16:colId xmlns:a16="http://schemas.microsoft.com/office/drawing/2014/main" val="1765384684"/>
                    </a:ext>
                  </a:extLst>
                </a:gridCol>
                <a:gridCol w="2259468">
                  <a:extLst>
                    <a:ext uri="{9D8B030D-6E8A-4147-A177-3AD203B41FA5}">
                      <a16:colId xmlns:a16="http://schemas.microsoft.com/office/drawing/2014/main" val="4113166798"/>
                    </a:ext>
                  </a:extLst>
                </a:gridCol>
                <a:gridCol w="2453985">
                  <a:extLst>
                    <a:ext uri="{9D8B030D-6E8A-4147-A177-3AD203B41FA5}">
                      <a16:colId xmlns:a16="http://schemas.microsoft.com/office/drawing/2014/main" val="3597139411"/>
                    </a:ext>
                  </a:extLst>
                </a:gridCol>
                <a:gridCol w="1750710">
                  <a:extLst>
                    <a:ext uri="{9D8B030D-6E8A-4147-A177-3AD203B41FA5}">
                      <a16:colId xmlns:a16="http://schemas.microsoft.com/office/drawing/2014/main" val="2624645272"/>
                    </a:ext>
                  </a:extLst>
                </a:gridCol>
                <a:gridCol w="2064944">
                  <a:extLst>
                    <a:ext uri="{9D8B030D-6E8A-4147-A177-3AD203B41FA5}">
                      <a16:colId xmlns:a16="http://schemas.microsoft.com/office/drawing/2014/main" val="2818431489"/>
                    </a:ext>
                  </a:extLst>
                </a:gridCol>
              </a:tblGrid>
              <a:tr h="5233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cap="none" spc="60" dirty="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b="0" cap="none" spc="60" dirty="0">
                          <a:solidFill>
                            <a:srgbClr val="FFFFFF"/>
                          </a:solidFill>
                        </a:rPr>
                        <a:t>Pedestrian–1UE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cap="none" spc="60" dirty="0">
                          <a:solidFill>
                            <a:srgbClr val="FFFFFF"/>
                          </a:solidFill>
                        </a:rPr>
                        <a:t>Pedestrian–10 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60" dirty="0">
                          <a:solidFill>
                            <a:srgbClr val="FFFFFF"/>
                          </a:solidFill>
                        </a:rPr>
                        <a:t>Vehicle–1UE</a:t>
                      </a:r>
                    </a:p>
                  </a:txBody>
                  <a:tcPr marL="64620" marR="64620" marT="85746" marB="323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60" dirty="0">
                          <a:solidFill>
                            <a:srgbClr val="FFFFFF"/>
                          </a:solidFill>
                        </a:rPr>
                        <a:t>Vehicle–10UEs</a:t>
                      </a:r>
                    </a:p>
                  </a:txBody>
                  <a:tcPr marL="64620" marR="64620" marT="85746" marB="32309" anchor="ctr"/>
                </a:tc>
                <a:extLst>
                  <a:ext uri="{0D108BD9-81ED-4DB2-BD59-A6C34878D82A}">
                    <a16:rowId xmlns:a16="http://schemas.microsoft.com/office/drawing/2014/main" val="2497728698"/>
                  </a:ext>
                </a:extLst>
              </a:tr>
              <a:tr h="509617"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0" dirty="0">
                          <a:solidFill>
                            <a:srgbClr val="181818"/>
                          </a:solidFill>
                        </a:rPr>
                        <a:t>Accuracy</a:t>
                      </a:r>
                    </a:p>
                  </a:txBody>
                  <a:tcPr marL="64620" marR="64620" marT="85746" marB="323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9191127"/>
                  </a:ext>
                </a:extLst>
              </a:tr>
              <a:tr h="509617"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0" dirty="0">
                          <a:solidFill>
                            <a:srgbClr val="181818"/>
                          </a:solidFill>
                        </a:rPr>
                        <a:t>Precision (0)</a:t>
                      </a:r>
                    </a:p>
                  </a:txBody>
                  <a:tcPr marL="64620" marR="64620" marT="85746" marB="323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5995442"/>
                  </a:ext>
                </a:extLst>
              </a:tr>
              <a:tr h="509617"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0" dirty="0">
                          <a:solidFill>
                            <a:srgbClr val="181818"/>
                          </a:solidFill>
                        </a:rPr>
                        <a:t>Recall (0)</a:t>
                      </a:r>
                    </a:p>
                  </a:txBody>
                  <a:tcPr marL="64620" marR="64620" marT="85746" marB="323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45384"/>
                  </a:ext>
                </a:extLst>
              </a:tr>
              <a:tr h="509617"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0" dirty="0">
                          <a:solidFill>
                            <a:srgbClr val="181818"/>
                          </a:solidFill>
                        </a:rPr>
                        <a:t>F1-Score (0)</a:t>
                      </a:r>
                    </a:p>
                  </a:txBody>
                  <a:tcPr marL="64620" marR="64620" marT="85746" marB="323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0184018"/>
                  </a:ext>
                </a:extLst>
              </a:tr>
              <a:tr h="509617"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0" dirty="0">
                          <a:solidFill>
                            <a:srgbClr val="181818"/>
                          </a:solidFill>
                        </a:rPr>
                        <a:t>Precision (1)</a:t>
                      </a:r>
                    </a:p>
                  </a:txBody>
                  <a:tcPr marL="64620" marR="64620" marT="85746" marB="323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397063"/>
                  </a:ext>
                </a:extLst>
              </a:tr>
              <a:tr h="509617"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0" dirty="0">
                          <a:solidFill>
                            <a:srgbClr val="181818"/>
                          </a:solidFill>
                        </a:rPr>
                        <a:t>Recall (1)</a:t>
                      </a:r>
                    </a:p>
                  </a:txBody>
                  <a:tcPr marL="64620" marR="64620" marT="85746" marB="323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5211337"/>
                  </a:ext>
                </a:extLst>
              </a:tr>
              <a:tr h="509617"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0" dirty="0">
                          <a:solidFill>
                            <a:srgbClr val="181818"/>
                          </a:solidFill>
                        </a:rPr>
                        <a:t>F1-Score (1)</a:t>
                      </a:r>
                    </a:p>
                  </a:txBody>
                  <a:tcPr marL="64620" marR="64620" marT="85746" marB="323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5603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69169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DA97E-3CB3-E123-00B0-6A6B6993C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0521950" cy="1081088"/>
          </a:xfrm>
        </p:spPr>
        <p:txBody>
          <a:bodyPr wrap="square" anchor="t">
            <a:normAutofit/>
          </a:bodyPr>
          <a:lstStyle/>
          <a:p>
            <a:r>
              <a:rPr lang="en-US"/>
              <a:t>Results analysis</a:t>
            </a:r>
          </a:p>
        </p:txBody>
      </p:sp>
      <p:graphicFrame>
        <p:nvGraphicFramePr>
          <p:cNvPr id="14" name="Content Placeholder 11">
            <a:extLst>
              <a:ext uri="{FF2B5EF4-FFF2-40B4-BE49-F238E27FC236}">
                <a16:creationId xmlns:a16="http://schemas.microsoft.com/office/drawing/2014/main" id="{C2ADFD62-7098-D9D0-88F5-534904BE2146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475108312"/>
              </p:ext>
            </p:extLst>
          </p:nvPr>
        </p:nvGraphicFramePr>
        <p:xfrm>
          <a:off x="294698" y="1561419"/>
          <a:ext cx="11233150" cy="4392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965321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53983-EF5F-B2B5-89B9-2360679C0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6CC49-451B-B24C-51D1-B735B8FFCF4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72000" tIns="36000" rIns="72000" bIns="36000" rtlCol="0" anchor="t">
            <a:noAutofit/>
          </a:bodyPr>
          <a:lstStyle/>
          <a:p>
            <a:pPr marL="264795" indent="-264795"/>
            <a:r>
              <a:rPr lang="en-US" dirty="0"/>
              <a:t>Evaluate the machine learning models' performance while tuning them with different parameters</a:t>
            </a:r>
          </a:p>
          <a:p>
            <a:pPr marL="264795" indent="-264795"/>
            <a:endParaRPr lang="en-US" dirty="0"/>
          </a:p>
          <a:p>
            <a:pPr marL="264795" indent="-264795"/>
            <a:r>
              <a:rPr lang="en-US" dirty="0"/>
              <a:t>Try other binary classifiers for handover classification, besides the ones already used up till now</a:t>
            </a:r>
          </a:p>
          <a:p>
            <a:pPr marL="264795" indent="-264795"/>
            <a:endParaRPr lang="en-US" dirty="0"/>
          </a:p>
          <a:p>
            <a:pPr marL="264795" indent="-264795"/>
            <a:r>
              <a:rPr lang="en-US" dirty="0"/>
              <a:t>Investigate the results after applying some data balancing technique, e.g. SMOTE, to see if minority handover events do cause a bias in classification</a:t>
            </a:r>
            <a:endParaRPr lang="en-US"/>
          </a:p>
          <a:p>
            <a:pPr marL="264795" indent="-264795"/>
            <a:endParaRPr lang="en-US" dirty="0"/>
          </a:p>
          <a:p>
            <a:pPr marL="264795" indent="-264795"/>
            <a:r>
              <a:rPr lang="en-US" dirty="0"/>
              <a:t>Try training the machine learning models on other sub-sets of features and evaluate their performance</a:t>
            </a:r>
          </a:p>
        </p:txBody>
      </p:sp>
    </p:spTree>
    <p:extLst>
      <p:ext uri="{BB962C8B-B14F-4D97-AF65-F5344CB8AC3E}">
        <p14:creationId xmlns:p14="http://schemas.microsoft.com/office/powerpoint/2010/main" val="30873534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6FF69E04-8523-4965-90ED-73D4F9BAE2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383928708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Template2025">
  <a:themeElements>
    <a:clrScheme name="Ericsson">
      <a:dk1>
        <a:srgbClr val="181818"/>
      </a:dk1>
      <a:lt1>
        <a:srgbClr val="FFFFFF"/>
      </a:lt1>
      <a:dk2>
        <a:srgbClr val="181818"/>
      </a:dk2>
      <a:lt2>
        <a:srgbClr val="E0E0E0"/>
      </a:lt2>
      <a:accent1>
        <a:srgbClr val="1174E6"/>
      </a:accent1>
      <a:accent2>
        <a:srgbClr val="23969A"/>
      </a:accent2>
      <a:accent3>
        <a:srgbClr val="976CF4"/>
      </a:accent3>
      <a:accent4>
        <a:srgbClr val="FAD22D"/>
      </a:accent4>
      <a:accent5>
        <a:srgbClr val="E66E19"/>
      </a:accent5>
      <a:accent6>
        <a:srgbClr val="E65D6A"/>
      </a:accent6>
      <a:hlink>
        <a:srgbClr val="0082F0"/>
      </a:hlink>
      <a:folHlink>
        <a:srgbClr val="040969"/>
      </a:folHlink>
    </a:clrScheme>
    <a:fontScheme name="Ericsson">
      <a:majorFont>
        <a:latin typeface="Ericsson Hilda Light"/>
        <a:ea typeface=""/>
        <a:cs typeface=""/>
      </a:majorFont>
      <a:minorFont>
        <a:latin typeface="Ericsson Hild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spcBef>
            <a:spcPts val="800"/>
          </a:spcBef>
          <a:defRPr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/>
        </a:ln>
        <a:effectLst/>
      </a:spPr>
      <a:bodyPr/>
      <a:lstStyle/>
    </a:lnDef>
    <a:txDef>
      <a:spPr/>
      <a:bodyPr vert="horz" wrap="square" lIns="72000" tIns="36000" rIns="72000" bIns="36000" rtlCol="0" anchor="t">
        <a:noAutofit/>
      </a:bodyPr>
      <a:lstStyle>
        <a:defPPr marR="0" algn="l" defTabSz="914400" rtl="0" eaLnBrk="1" fontAlgn="base" latinLnBrk="0" hangingPunct="1">
          <a:lnSpc>
            <a:spcPct val="100000"/>
          </a:lnSpc>
          <a:spcBef>
            <a:spcPts val="800"/>
          </a:spcBef>
          <a:spcAft>
            <a:spcPct val="0"/>
          </a:spcAft>
          <a:buClrTx/>
          <a:buSzTx/>
          <a:tabLst/>
          <a:defRPr kumimoji="0" sz="2000" b="0" i="0" u="none" strike="noStrike" kern="1000" cap="none" spc="-30" normalizeH="0" baseline="0" noProof="0" dirty="0" err="1">
            <a:ln>
              <a:noFill/>
            </a:ln>
            <a:solidFill>
              <a:schemeClr val="tx1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>
    <a:extraClrScheme>
      <a:clrScheme name="Landscape2009 1">
        <a:dk1>
          <a:srgbClr val="58585A"/>
        </a:dk1>
        <a:lt1>
          <a:srgbClr val="FFFFFF"/>
        </a:lt1>
        <a:dk2>
          <a:srgbClr val="00285E"/>
        </a:dk2>
        <a:lt2>
          <a:srgbClr val="B1B3B4"/>
        </a:lt2>
        <a:accent1>
          <a:srgbClr val="89BA17"/>
        </a:accent1>
        <a:accent2>
          <a:srgbClr val="F08A00"/>
        </a:accent2>
        <a:accent3>
          <a:srgbClr val="FFFFFF"/>
        </a:accent3>
        <a:accent4>
          <a:srgbClr val="4A4A4C"/>
        </a:accent4>
        <a:accent5>
          <a:srgbClr val="C4D9AB"/>
        </a:accent5>
        <a:accent6>
          <a:srgbClr val="D97D00"/>
        </a:accent6>
        <a:hlink>
          <a:srgbClr val="00A9D4"/>
        </a:hlink>
        <a:folHlink>
          <a:srgbClr val="00625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Dark blue ">
      <a:srgbClr val="000082"/>
    </a:custClr>
    <a:custClr name="Blue">
      <a:srgbClr val="1174E6"/>
    </a:custClr>
    <a:custClr name="Light blue">
      <a:srgbClr val="D6E2F5"/>
    </a:custClr>
    <a:custClr name="Dark purple">
      <a:srgbClr val="2D2049"/>
    </a:custClr>
    <a:custClr name="Purple">
      <a:srgbClr val="976CF4"/>
    </a:custClr>
    <a:custClr name="Light purple">
      <a:srgbClr val="E0D3FC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Dark teal">
      <a:srgbClr val="0B2D2E"/>
    </a:custClr>
    <a:custClr name="Teal">
      <a:srgbClr val="23969A"/>
    </a:custClr>
    <a:custClr name="Light teal">
      <a:srgbClr val="BDE0E1"/>
    </a:custClr>
    <a:custClr name="Dark coral">
      <a:srgbClr val="3C2121"/>
    </a:custClr>
    <a:custClr name="Coral">
      <a:srgbClr val="E65D6A"/>
    </a:custClr>
    <a:custClr name="Light coral">
      <a:srgbClr val="EFD4D3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C52A32"/>
    </a:custClr>
    <a:custClr name="Orange">
      <a:srgbClr val="E66E19"/>
    </a:custClr>
    <a:custClr name="Yellow">
      <a:srgbClr val="FAD22D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Black">
      <a:srgbClr val="000000"/>
    </a:custClr>
    <a:custClr name="Grey 1">
      <a:srgbClr val="242424"/>
    </a:custClr>
    <a:custClr name="Grey 2">
      <a:srgbClr val="767676"/>
    </a:custClr>
    <a:custClr name="Grey 3">
      <a:srgbClr val="A0A0A0"/>
    </a:custClr>
    <a:custClr name="Grey 4">
      <a:srgbClr val="E0E0E0"/>
    </a:custClr>
    <a:custClr name="Grey 5">
      <a:srgbClr val="F2F2F2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PresentationTemplate2017.potx" id="{775AD81A-0AF6-45CB-889B-779F764C8091}" vid="{622262D2-9439-4A46-819E-379D679C13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Ericsson Hilda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Ericsson Hilda"/>
        <a:font script="Hebr" typeface="Ericsson Hilda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Ericsson Hilda"/>
        <a:font script="Uigh" typeface="Microsoft Uighur"/>
        <a:font script="Geor" typeface="Sylfaen"/>
        <a:font script="Armn" typeface="Ericsson Hilda Light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Ericsson Hilda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Ericsson Hilda Light"/>
        <a:font script="Hebr" typeface="Ericsson Hilda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Ericsson Hilda Light"/>
        <a:font script="Uigh" typeface="Microsoft Uighur"/>
        <a:font script="Geor" typeface="Sylfaen"/>
        <a:font script="Armn" typeface="Ericsson Hilda Light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blue ">
      <a:srgbClr val="000082"/>
    </a:custClr>
    <a:custClr name="Blue">
      <a:srgbClr val="1174E6"/>
    </a:custClr>
    <a:custClr name="Light blue">
      <a:srgbClr val="D6E2F5"/>
    </a:custClr>
    <a:custClr name="Dark purple">
      <a:srgbClr val="2D2049"/>
    </a:custClr>
    <a:custClr name="Purple">
      <a:srgbClr val="976CF4"/>
    </a:custClr>
    <a:custClr name="Light purple">
      <a:srgbClr val="E0D3FC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Dark teal">
      <a:srgbClr val="0B2D2E"/>
    </a:custClr>
    <a:custClr name="Teal">
      <a:srgbClr val="23969A"/>
    </a:custClr>
    <a:custClr name="Light teal">
      <a:srgbClr val="BDE0E1"/>
    </a:custClr>
    <a:custClr name="Dark coral">
      <a:srgbClr val="3C2121"/>
    </a:custClr>
    <a:custClr name="Coral">
      <a:srgbClr val="E65D6A"/>
    </a:custClr>
    <a:custClr name="Light coral">
      <a:srgbClr val="EFD4D3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C52A32"/>
    </a:custClr>
    <a:custClr name="Orange">
      <a:srgbClr val="E66E19"/>
    </a:custClr>
    <a:custClr name="Yellow">
      <a:srgbClr val="FAD22D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Black">
      <a:srgbClr val="000000"/>
    </a:custClr>
    <a:custClr name="Grey 1">
      <a:srgbClr val="242424"/>
    </a:custClr>
    <a:custClr name="Grey 2">
      <a:srgbClr val="767676"/>
    </a:custClr>
    <a:custClr name="Grey 3">
      <a:srgbClr val="A0A0A0"/>
    </a:custClr>
    <a:custClr name="Grey 4">
      <a:srgbClr val="E0E0E0"/>
    </a:custClr>
    <a:custClr name="Grey 5">
      <a:srgbClr val="F2F2F2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Ericsson Hilda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Ericsson Hilda"/>
        <a:font script="Hebr" typeface="Ericsson Hilda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Ericsson Hilda"/>
        <a:font script="Uigh" typeface="Microsoft Uighur"/>
        <a:font script="Geor" typeface="Sylfaen"/>
        <a:font script="Armn" typeface="Ericsson Hilda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Ericsson Hilda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Ericsson Hilda"/>
        <a:font script="Hebr" typeface="Ericsson Hild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Ericsson Hilda"/>
        <a:font script="Uigh" typeface="Microsoft Uighur"/>
        <a:font script="Geor" typeface="Sylfaen"/>
        <a:font script="Armn" typeface="Ericsson Hilda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blue ">
      <a:srgbClr val="000082"/>
    </a:custClr>
    <a:custClr name="Blue">
      <a:srgbClr val="1174E6"/>
    </a:custClr>
    <a:custClr name="Light blue">
      <a:srgbClr val="D6E2F5"/>
    </a:custClr>
    <a:custClr name="Dark purple">
      <a:srgbClr val="2D2049"/>
    </a:custClr>
    <a:custClr name="Purple">
      <a:srgbClr val="976CF4"/>
    </a:custClr>
    <a:custClr name="Light purple">
      <a:srgbClr val="E0D3FC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Dark teal">
      <a:srgbClr val="0B2D2E"/>
    </a:custClr>
    <a:custClr name="Teal">
      <a:srgbClr val="23969A"/>
    </a:custClr>
    <a:custClr name="Light teal">
      <a:srgbClr val="BDE0E1"/>
    </a:custClr>
    <a:custClr name="Dark coral">
      <a:srgbClr val="3C2121"/>
    </a:custClr>
    <a:custClr name="Coral">
      <a:srgbClr val="E65D6A"/>
    </a:custClr>
    <a:custClr name="Light coral">
      <a:srgbClr val="EFD4D3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C52A32"/>
    </a:custClr>
    <a:custClr name="Orange">
      <a:srgbClr val="E66E19"/>
    </a:custClr>
    <a:custClr name="Yellow">
      <a:srgbClr val="FAD22D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Black">
      <a:srgbClr val="000000"/>
    </a:custClr>
    <a:custClr name="Grey 1">
      <a:srgbClr val="242424"/>
    </a:custClr>
    <a:custClr name="Grey 2">
      <a:srgbClr val="767676"/>
    </a:custClr>
    <a:custClr name="Grey 3">
      <a:srgbClr val="A0A0A0"/>
    </a:custClr>
    <a:custClr name="Grey 4">
      <a:srgbClr val="E0E0E0"/>
    </a:custClr>
    <a:custClr name="Grey 5">
      <a:srgbClr val="F2F2F2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Ericsson">
    <a:dk1>
      <a:srgbClr val="181818"/>
    </a:dk1>
    <a:lt1>
      <a:srgbClr val="FFFFFF"/>
    </a:lt1>
    <a:dk2>
      <a:srgbClr val="181818"/>
    </a:dk2>
    <a:lt2>
      <a:srgbClr val="E0E0E0"/>
    </a:lt2>
    <a:accent1>
      <a:srgbClr val="1174E6"/>
    </a:accent1>
    <a:accent2>
      <a:srgbClr val="23969A"/>
    </a:accent2>
    <a:accent3>
      <a:srgbClr val="976CF4"/>
    </a:accent3>
    <a:accent4>
      <a:srgbClr val="FAD22D"/>
    </a:accent4>
    <a:accent5>
      <a:srgbClr val="E66E19"/>
    </a:accent5>
    <a:accent6>
      <a:srgbClr val="E65D6A"/>
    </a:accent6>
    <a:hlink>
      <a:srgbClr val="0082F0"/>
    </a:hlink>
    <a:folHlink>
      <a:srgbClr val="040969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b775076-5c04-40e0-9a4d-fd3e2648dcb2">
      <Terms xmlns="http://schemas.microsoft.com/office/infopath/2007/PartnerControls"/>
    </lcf76f155ced4ddcb4097134ff3c332f>
    <TaxCatchAll xmlns="fa0aa013-70cc-4caf-a624-3c5587bb5d7c" xsi:nil="true"/>
  </documentManagement>
</p:properties>
</file>

<file path=customXml/item3.xml><?xml version="1.0" encoding="utf-8"?>
<TemplafySlideTemplateConfiguration><![CDATA[{"documentContentValidatorConfiguration":{"enableDocumentContentValidator":false,"documentContentValidatorVersion":0},"elementsMetadata":[],"slideId":"638780731662214300","enableDocumentContentUpdater":true,"version":"1.9"}]]></TemplafySlideTemplateConfiguration>
</file>

<file path=customXml/item4.xml><?xml version="1.0" encoding="utf-8"?>
<TemplafyTemplateConfiguration><![CDATA[{"elementsMetadata":[],"transformationConfigurations":[{"language":"{{DocumentLanguage}}","disableUpdates":false,"type":"proofingLanguage"},{"propertyName":"FooterText","propertyValue":"true","disableUpdates":false,"type":"customDocumentProperty"},{"propertyName":"SecurityClass","propertyValue":"{{Form.ConfidentialityClass.Confidentiality}}","disableUpdates":false,"type":"customDocumentProperty"},{"propertyName":"ExtConf","propertyValue":"{{Form.ExternalConfidentialityLabel.ExternalConfidentiality}}","disableUpdates":false,"type":"customDocumentProperty"},{"propertyName":"Prepared","propertyValue":"{{Form.Prepared}}","disableUpdates":false,"type":"customDocumentProperty"},{"propertyName":"ApprovedBy","propertyValue":"{{Form.ApprovedBy}}","disableUpdates":false,"type":"customDocumentProperty"},{"propertyName":"DocNo","propertyValue":"{{Form.DocumentNumber}} {{Form.LanguageCode.LanguageCode}}","disableUpdates":false,"type":"customDocumentProperty"},{"propertyName":"Checked","propertyValue":"{{Form.Checked}}","disableUpdates":false,"type":"customDocumentProperty"},{"propertyName":"Date","propertyValue":"{{Form.Date}}","disableUpdates":false,"type":"customDocumentProperty"},{"propertyName":"Reference","propertyValue":"{{Form.Reference}}","disableUpdates":false,"type":"customDocumentProperty"},{"propertyName":"Title","propertyValue":"{{Form.DocumentTitle}}","disableUpdates":false,"type":"customDocumentProperty"},{"propertyName":"Keyword","propertyValue":"{{Form.Keywords}}","disableUpdates":false,"type":"customDocumentProperty"},{"propertyName":"DocumentType","propertyValue":"Presentation2011","disableUpdates":false,"type":"customDocumentProperty"},{"propertyName":"Language","propertyValue":"EnglishUS","disableUpdates":false,"type":"customDocumentProperty"},{"propertyName":"TemplateID","propertyValue":"FALSE","disableUpdates":false,"type":"customDocumentProperty"},{"propertyName":"ConfCtrl","propertyValue":"FALSE","disableUpdates":false,"type":"customDocumentProperty"},{"propertyName":"title","propertyValue":"{{Form.DocumentTitle}}","disableUpdates":false,"type":"documentProperty"},{"propertyName":"keywords","propertyValue":"{{Form.Keywords}}","disableUpdates":false,"type":"documentProperty"},{"propertyName":"creator","propertyValue":"{{Form.Prepared}}","disableUpdates":false,"type":"documentProperty"},{"propertyName":"DocTitle","propertyValue":"{{Form.DocTitle.DocTitle}}","disableUpdates":false,"type":"customDocumentProperty"},{"propertyName":"IsDocument","propertyValue":"{{Form.TemplateType.IsDocument}}","disableUpdates":false,"type":"customDocumentProperty"},{"propertyName":"IsPresentation","propertyValue":"{{Form.TemplateType.IsPresentation}}","disableUpdates":false,"type":"customDocumentProperty"},{"propertyName":"company","propertyValue":"Ericsson","disableUpdates":false,"type":"documentProperty"},{"propertyName":"PageNumberVisible","propertyValue":"{{Form.TotalPageNo.TotalPageNo_value}}","disableUpdates":false,"type":"customDocumentProperty"},{"propertyName":"Revision","propertyValue":"{{Form.Revision}}","disableUpdates":false,"type":"customDocumentProperty"},{"propertyName":"DocType","propertyValue":"{{Form.DocTypePresentation}}","disableUpdates":false,"type":"customDocumentProperty"},{"propertyName":"TemplateVersion","propertyValue":"R2A","disableUpdates":false,"type":"customDocumentProperty"},{"propertyName":"PackageNo","propertyValue":"LXA 119 603","disableUpdates":false,"type":"customDocumentProperty"},{"propertyName":"PackageVersion","propertyValue":"R6B","disableUpdates":false,"type":"customDocumentProperty"},{"propertyName":"TemplateName","propertyValue":"CXC 173 2731/1","disableUpdates":false,"type":"customDocumentProperty"},{"propertyName":"DocName","propertyValue":" ","disableUpdates":false,"type":"customDocumentProperty"},{"propertyName":"description","propertyValue":"{{Form.DocumentNumber}} {{Form.LanguageCode.LanguageCode}}\nRev {{Form.Revision}}","disableUpdates":false,"type":"documentProperty"},{"propertyName":"DocNoVisible","propertyValue":"{{Form.DocNo.ShowDocNo}}","disableUpdates":false,"type":"customDocumentProperty"}],"templateName":"","templateDescription":"","enableDocumentContentUpdater":true,"version":"1.9"}]]></TemplafyTemplateConfiguration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724136FC6E80489C25817DFB9B13B2" ma:contentTypeVersion="14" ma:contentTypeDescription="Create a new document." ma:contentTypeScope="" ma:versionID="e66cf0f8385e96f836ed26f8a1caa331">
  <xsd:schema xmlns:xsd="http://www.w3.org/2001/XMLSchema" xmlns:xs="http://www.w3.org/2001/XMLSchema" xmlns:p="http://schemas.microsoft.com/office/2006/metadata/properties" xmlns:ns2="2b775076-5c04-40e0-9a4d-fd3e2648dcb2" xmlns:ns3="fa0aa013-70cc-4caf-a624-3c5587bb5d7c" targetNamespace="http://schemas.microsoft.com/office/2006/metadata/properties" ma:root="true" ma:fieldsID="787539f2d9b74e641d8fb6aaadbacefb" ns2:_="" ns3:_="">
    <xsd:import namespace="2b775076-5c04-40e0-9a4d-fd3e2648dcb2"/>
    <xsd:import namespace="fa0aa013-70cc-4caf-a624-3c5587bb5d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775076-5c04-40e0-9a4d-fd3e2648dc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3d31b72-c4b9-4223-ac69-1d9539891d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0aa013-70cc-4caf-a624-3c5587bb5d7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7723fa57-0340-4cbe-ad52-85005742830f}" ma:internalName="TaxCatchAll" ma:showField="CatchAllData" ma:web="fa0aa013-70cc-4caf-a624-3c5587bb5d7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6.xml><?xml version="1.0" encoding="utf-8"?>
<TemplafyFormConfiguration><![CDATA[{"formFields":[{"required":true,"placeholder":"","lines":0,"helpTexts":{"prefix":"","postfix":""},"spacing":{},"type":"textBox","name":"DocumentTitle","label":"Document Title","fullyQualifiedName":"DocumentTitle"},{"dataSource":"Confidentiality","displayColumn":"confidentiality","hideIfNoUserInteractionRequired":false,"distinct":true,"required":true,"autoSelectFirstOption":false,"helpTexts":{"prefix":"","postfix":""},"spacing":{},"type":"dropDown","name":"ConfidentialityClass","label":"Confidentiality Class","fullyQualifiedName":"ConfidentialityClass"},{"dataSource":"External Confidentiality label","displayColumn":"externalConfidentiality","hideIfNoUserInteractionRequired":false,"distinct":true,"required":false,"autoSelectFirstOption":false,"helpTexts":{"prefix":"","postfix":"(If no external confidentiality class then please choose the blank value)"},"spacing":{},"type":"dropDown","name":"ExternalConfidentialityLabel","label":"External Confidentiality label","fullyQualifiedName":"ExternalConfidentialityLabel"},{"column":"documentType","required":false,"placeholder":"","autoSelectFirstOption":false,"helpTexts":{"prefix":"","postfix":""},"spacing":{},"dataSource":"PowerPoint Document Type","type":"comboBox","name":"DocTypePresentation","label":"Document Type","fullyQualifiedName":"DocTypePresentation"},{"required":false,"placeholder":"","lines":0,"helpTexts":{"prefix":"","postfix":"(Commonly assigned by EriDoc)"},"spacing":{},"type":"textBox","name":"DocumentNumber","label":"Document Number","fullyQualifiedName":"DocumentNumber"},{"dataSource":"Language code","displayColumn":"showName","defaultValue":"1","hideIfNoUserInteractionRequired":false,"distinct":true,"required":false,"autoSelectFirstOption":false,"helpTexts":{"prefix":"","postfix":"(The language code will be appended to the Document No.)"},"spacing":{},"type":"dropDown","name":"LanguageCode","label":"Language Code","fullyQualifiedName":"LanguageCode"},{"column":"revision","required":false,"placeholder":"","autoSelectFirstOption":false,"helpTexts":{"prefix":"","postfix":""},"spacing":{},"dataSource":"Revision","type":"comboBox","name":"Revision","label":"Revision","fullyQualifiedName":"Revision"},{"required":false,"helpTexts":{"prefix":"","postfix":""},"spacing":{},"type":"datePicker","name":"Date","label":"Date","fullyQualifiedName":"Date"},{"helpTexts":{"prefix":"","postfix":""},"spacing":{},"type":"heading","name":"FooterVisibilityOptions","label":"Footer Visibility Options","fullyQualifiedName":"FooterVisibilityOptions"},{"dataSource":"PPT FooterVisibility","displayColumn":"templateType","defaultValue":"1","hideIfNoUserInteractionRequired":false,"distinct":true,"required":true,"autoSelectFirstOption":false,"helpTexts":{"prefix":"","postfix":""},"spacing":{},"type":"dropDown","name":"TemplateType","label":"Is this a document or presentation?","fullyQualifiedName":"TemplateType"},{"dataSource":"PPT FooterVisibility","displayColumn":"docTitle_label","filter":{"column":"templateType","otherFieldName":"TemplateType","fullyQualifiedOtherFieldName":"TemplateType","otherFieldColumn":"TemplateType","formReference":"none","operator":"equals"},"hideIfNoUserInteractionRequired":false,"distinct":true,"required":false,"autoSelectFirstOption":true,"helpTexts":{"prefix":"","postfix":""},"spacing":{},"type":"dropDown","name":"DocTitle","label":"Show document title in footer?","fullyQualifiedName":"DocTitle"},{"dataSource":"PPT FooterVisibility","displayColumn":"totalPageNo_text","filter":{"column":"templateType","otherFieldName":"TemplateType","fullyQualifiedOtherFieldName":"TemplateType","otherFieldColumn":"TemplateType","formReference":"none","operator":"equals"},"hideIfNoUserInteractionRequired":false,"distinct":true,"required":false,"autoSelectFirstOption":true,"helpTexts":{"prefix":"","postfix":""},"spacing":{},"type":"dropDown","name":"TotalPageNo","label":"Page numbering","fullyQualifiedName":"TotalPageNo"},{"dataSource":"PPT FooterVisibility","displayColumn":"showDocNo_label","filter":{"column":"templateType","otherFieldName":"TemplateType","fullyQualifiedOtherFieldName":"TemplateType","otherFieldColumn":"TemplateType","formReference":"none","operator":"equals"},"hideIfNoUserInteractionRequired":false,"distinct":true,"required":false,"autoSelectFirstOption":true,"helpTexts":{"prefix":"","postfix":""},"spacing":{},"type":"dropDown","name":"DocNo","label":"Show document number in footer?","fullyQualifiedName":"DocNo"},{"required":false,"placeholder":"","lines":0,"defaultValue":"{{UserProfile.Prepared}}","helpTexts":{"prefix":"","postfix":""},"spacing":{},"type":"textBox","name":"Prepared","label":"Prepared By (Subject Responsible)","fullyQualifiedName":"Prepared"},{"required":false,"placeholder":"","lines":0,"helpTexts":{"prefix":"","postfix":""},"spacing":{},"type":"textBox","name":"ApprovedBy","label":"Approved By (Document Responsible)","fullyQualifiedName":"ApprovedBy"},{"required":false,"placeholder":"","lines":0,"helpTexts":{"prefix":"","postfix":""},"spacing":{},"type":"textBox","name":"Checked","label":"Checked","fullyQualifiedName":"Checked"},{"required":false,"placeholder":"","lines":0,"helpTexts":{"prefix":"","postfix":"(Overwritten with EriDoc values at check-in)"},"spacing":{},"type":"textBox","name":"Reference","label":"Reference","fullyQualifiedName":"Reference"},{"required":false,"placeholder":"","lines":0,"helpTexts":{"prefix":"","postfix":""},"spacing":{},"type":"textBox","name":"Keywords","label":"Keywords","fullyQualifiedName":"Keywords"}],"formDataEntries":[{"name":"DocumentTitle","value":"fFa6NlJBcEfdleQOId08/B32KPKQGOQ57LMN/960XK0="},{"name":"ConfidentialityClass","value":"5wlu7ZdPxHQj1W0w+yTNSg=="},{"name":"LanguageCode","value":"5wlu7ZdPxHQj1W0w+yTNSg=="},{"name":"Date","value":"NwLfl2tfLFBmKjM88jBMeg=="},{"name":"TemplateType","value":"5wlu7ZdPxHQj1W0w+yTNSg=="},{"name":"DocTitle","value":"5wlu7ZdPxHQj1W0w+yTNSg=="},{"name":"TotalPageNo","value":"5wlu7ZdPxHQj1W0w+yTNSg=="},{"name":"DocNo","value":"5wlu7ZdPxHQj1W0w+yTNSg=="},{"name":"Prepared","value":"6K9jhS507iOksFGtyCGUrat45Z9YsMx5g5ytSgGvrlA="}]}]]></TemplafyFormConfiguration>
</file>

<file path=customXml/item7.xml><?xml version="1.0" encoding="utf-8"?>
<TemplafySlideTemplateConfiguration><![CDATA[{"documentContentValidatorConfiguration":{"enableDocumentContentValidator":false,"documentContentValidatorVersion":0},"elementsMetadata":[],"slideId":"638780731662526815","enableDocumentContentUpdater":true,"version":"1.9"}]]></TemplafySlideTemplate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FormConfiguration><![CDATA[{"formFields":[],"formDataEntries":[]}]]></TemplafySlideFormConfiguration>
</file>

<file path=customXml/item10.xml><?xml version="1.0" encoding="utf-8"?>
<TemplafySlideTemplateConfiguration><![CDATA[{"elementsMetadata":[],"documentContentValidatorConfiguration":{"enableDocumentContentValidator":false,"documentContentValidatorVersion":0},"slideId":"637027476704980324","enableDocumentContentUpdater":true,"version":"1.9"}]]></TemplafySlideTemplateConfiguration>
</file>

<file path=customXml/item1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8CC0B31-82B9-497A-9A2E-F3F72D0BBDAD}">
  <ds:schemaRefs/>
</ds:datastoreItem>
</file>

<file path=customXml/itemProps2.xml><?xml version="1.0" encoding="utf-8"?>
<ds:datastoreItem xmlns:ds="http://schemas.openxmlformats.org/officeDocument/2006/customXml" ds:itemID="{56F2EE69-0CCA-4F48-BE22-EC4A886C57A7}">
  <ds:schemaRefs>
    <ds:schemaRef ds:uri="2b775076-5c04-40e0-9a4d-fd3e2648dcb2"/>
    <ds:schemaRef ds:uri="fa0aa013-70cc-4caf-a624-3c5587bb5d7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6ED7C1F-7B5B-4C12-9FCC-488068DAC08A}">
  <ds:schemaRefs/>
</ds:datastoreItem>
</file>

<file path=customXml/itemProps4.xml><?xml version="1.0" encoding="utf-8"?>
<ds:datastoreItem xmlns:ds="http://schemas.openxmlformats.org/officeDocument/2006/customXml" ds:itemID="{07958A4E-FAB1-42E4-B6B5-29B01F63F87B}">
  <ds:schemaRefs/>
</ds:datastoreItem>
</file>

<file path=customXml/itemProps5.xml><?xml version="1.0" encoding="utf-8"?>
<ds:datastoreItem xmlns:ds="http://schemas.openxmlformats.org/officeDocument/2006/customXml" ds:itemID="{8DDD6F10-17E8-4D95-BD49-9660703B98DB}">
  <ds:schemaRefs>
    <ds:schemaRef ds:uri="2b775076-5c04-40e0-9a4d-fd3e2648dcb2"/>
    <ds:schemaRef ds:uri="fa0aa013-70cc-4caf-a624-3c5587bb5d7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6.xml><?xml version="1.0" encoding="utf-8"?>
<ds:datastoreItem xmlns:ds="http://schemas.openxmlformats.org/officeDocument/2006/customXml" ds:itemID="{D92C3DF5-A179-4E2D-BD20-07044B39171F}">
  <ds:schemaRefs/>
</ds:datastoreItem>
</file>

<file path=customXml/itemProps7.xml><?xml version="1.0" encoding="utf-8"?>
<ds:datastoreItem xmlns:ds="http://schemas.openxmlformats.org/officeDocument/2006/customXml" ds:itemID="{1CE36EA9-2186-4EB1-871A-8AE59C2A13BB}">
  <ds:schemaRefs/>
</ds:datastoreItem>
</file>

<file path=customXml/itemProps8.xml><?xml version="1.0" encoding="utf-8"?>
<ds:datastoreItem xmlns:ds="http://schemas.openxmlformats.org/officeDocument/2006/customXml" ds:itemID="{B9AEDDE3-EA02-4A8F-B8F8-0606A0AA45FC}">
  <ds:schemaRefs/>
</ds:datastoreItem>
</file>

<file path=customXml/itemProps9.xml><?xml version="1.0" encoding="utf-8"?>
<ds:datastoreItem xmlns:ds="http://schemas.openxmlformats.org/officeDocument/2006/customXml" ds:itemID="{B9FBF6E6-D6EA-400E-8100-60984F7CD5B9}">
  <ds:schemaRefs/>
</ds:datastoreItem>
</file>

<file path=customXml/itemProps10.xml><?xml version="1.0" encoding="utf-8"?>
<ds:datastoreItem xmlns:ds="http://schemas.openxmlformats.org/officeDocument/2006/customXml" ds:itemID="{C09F197C-6A49-47D0-B877-F88807989676}">
  <ds:schemaRefs/>
</ds:datastoreItem>
</file>

<file path=customXml/itemProps11.xml><?xml version="1.0" encoding="utf-8"?>
<ds:datastoreItem xmlns:ds="http://schemas.openxmlformats.org/officeDocument/2006/customXml" ds:itemID="{F5A7E41D-6E7F-4B05-AFAB-F540BD4C068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92e84ceb-fbfd-47ab-be52-080c6b87953f}" enabled="0" method="" siteId="{92e84ceb-fbfd-47ab-be52-080c6b87953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3126</Words>
  <Application>Microsoft Macintosh PowerPoint</Application>
  <PresentationFormat>Widescreen</PresentationFormat>
  <Paragraphs>741</Paragraphs>
  <Slides>45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4" baseType="lpstr">
      <vt:lpstr>Arial</vt:lpstr>
      <vt:lpstr>Ericsson Hilda</vt:lpstr>
      <vt:lpstr>Ericsson Technical Icons</vt:lpstr>
      <vt:lpstr>Ericsson Hilda Light</vt:lpstr>
      <vt:lpstr>Ericsson Hilda ExtraBold</vt:lpstr>
      <vt:lpstr>Ericsson Hilda ExtraLight</vt:lpstr>
      <vt:lpstr>Wingdings</vt:lpstr>
      <vt:lpstr>Courier New</vt:lpstr>
      <vt:lpstr>PresentationTemplate2025</vt:lpstr>
      <vt:lpstr>Master Thesis:  Prediction of L3 Handover Event using 3, 4 and 6 features with Machine Learning</vt:lpstr>
      <vt:lpstr>Objective and context</vt:lpstr>
      <vt:lpstr>L3-handover Triggering – RRC-Based Mobility Management</vt:lpstr>
      <vt:lpstr>Machine learning models</vt:lpstr>
      <vt:lpstr>Machine Learning Pipeline</vt:lpstr>
      <vt:lpstr>Simulation dataset</vt:lpstr>
      <vt:lpstr>Simulation KPI – Receiver Operating Characteristic</vt:lpstr>
      <vt:lpstr>Model configuration</vt:lpstr>
      <vt:lpstr>Performance Metrics Summary and Model evaluation</vt:lpstr>
      <vt:lpstr>Experiment: 3 Features </vt:lpstr>
      <vt:lpstr>ROC Curve – Vehicle Handover Classifier random forest scenarios for both 1 UE and 10 UE data</vt:lpstr>
      <vt:lpstr>ROC Curve – Pedestrian Handover Classifier random forest scenarios for both 1 UE and 10 UE data </vt:lpstr>
      <vt:lpstr>ROC Curve – Vehicle Handover Classifier XGBoost scenarios for both 1 UE and 10 UE data</vt:lpstr>
      <vt:lpstr>ROC Curve – Pedestrian Handover Classifier XGBoost scenarios for both 1 UE and 10 UE data</vt:lpstr>
      <vt:lpstr>Confusion Matrix Vehicle Data with Random Forest </vt:lpstr>
      <vt:lpstr>Confusion Matrix Pedestrian Data with Random Forest </vt:lpstr>
      <vt:lpstr>Confusion Matrix Vehicle Data with XGBoost </vt:lpstr>
      <vt:lpstr>Confusion Matrix Pedestrian Data with XGBoost</vt:lpstr>
      <vt:lpstr>Evaluation Across number of UE and the UE mobility scenarios for Random Forest</vt:lpstr>
      <vt:lpstr>Evaluation Across number of UE and the UE mobility scenarios for XGBoost</vt:lpstr>
      <vt:lpstr>Experiment: 4 Features </vt:lpstr>
      <vt:lpstr>ROC Curve – Vehicle Handover Classifier random forest scenarios for both 1 UE and 10 UE data </vt:lpstr>
      <vt:lpstr>ROC Curve – Pedestrian Handover Classifier random forest scenarios for both 1 UE and 10 UE data </vt:lpstr>
      <vt:lpstr>ROC Curve – Vehicle Handover Classifier XGBoost scenarios for both 1 UE and 10 UE data</vt:lpstr>
      <vt:lpstr>ROC Curve – Pedestrian Handover Classifier XGBoost scenarios for both 1 UE and 10 UE data </vt:lpstr>
      <vt:lpstr>Confusion Matrix Vehicle Data with Random forest </vt:lpstr>
      <vt:lpstr>Confusion Matrix Pedestrian Data with Random forest </vt:lpstr>
      <vt:lpstr>Confusion Matrix Vehicle Data with XGBoost</vt:lpstr>
      <vt:lpstr>Confusion Matrix Pedestrian Data with XGBoost</vt:lpstr>
      <vt:lpstr>Evaluation Across number of UE and the UE mobility scenarios for Random forest </vt:lpstr>
      <vt:lpstr>Evaluation Across number of UE and the UE mobility scenarios for XGBoost </vt:lpstr>
      <vt:lpstr>Experiment: 6 Features </vt:lpstr>
      <vt:lpstr>ROC Curve – Vehicle Handover Classifier random forest scenarios for both 1 UE and 10 UE data </vt:lpstr>
      <vt:lpstr>ROC Curve – Pedestrian Handover Classifier random forest scenarios for both 1 UE and 10 UE data</vt:lpstr>
      <vt:lpstr>ROC Curve – Vehicle Handover Classifier XGBoost scenarios for both 1 UE and 10 UE data</vt:lpstr>
      <vt:lpstr>ROC Curve – Pedestrian Handover Classifier XGBoost scenarios for both 1 UE and 10 UE data </vt:lpstr>
      <vt:lpstr>Confusion Matrix Vehicle Data with Random forest </vt:lpstr>
      <vt:lpstr>Confusion Matrix Pedestrian Data with Random forest </vt:lpstr>
      <vt:lpstr>Confusion Matrix Vehicle Data with XGBoost</vt:lpstr>
      <vt:lpstr>Confusion Matrix Pedestrian Data with XGBoost</vt:lpstr>
      <vt:lpstr>Evaluation Across number of UE and the UE mobility scenarios for Random forest </vt:lpstr>
      <vt:lpstr>Evaluation Across number of UE and the UE mobility scenarios for XGBoost </vt:lpstr>
      <vt:lpstr>Results analysis</vt:lpstr>
      <vt:lpstr>Next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Redhawk Baseline Deployments</dc:title>
  <dc:creator>Fabian De Laval</dc:creator>
  <cp:keywords/>
  <dc:description>Rev</dc:description>
  <cp:lastModifiedBy>Soulaimene Jaoua</cp:lastModifiedBy>
  <cp:revision>148</cp:revision>
  <dcterms:created xsi:type="dcterms:W3CDTF">2025-05-12T12:24:27Z</dcterms:created>
  <dcterms:modified xsi:type="dcterms:W3CDTF">2025-10-08T10:13:52Z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Category">
    <vt:lpwstr> </vt:lpwstr>
  </property>
  <property fmtid="{D5CDD505-2E9C-101B-9397-08002B2CF9AE}" pid="3" name="TemplateIdentity">
    <vt:lpwstr> </vt:lpwstr>
  </property>
  <property fmtid="{D5CDD505-2E9C-101B-9397-08002B2CF9AE}" pid="4" name="DocName">
    <vt:lpwstr> </vt:lpwstr>
  </property>
  <property fmtid="{D5CDD505-2E9C-101B-9397-08002B2CF9AE}" pid="5" name="DocumentDataTemplate">
    <vt:lpwstr>true</vt:lpwstr>
  </property>
  <property fmtid="{D5CDD505-2E9C-101B-9397-08002B2CF9AE}" pid="6" name="BSubject">
    <vt:lpwstr> </vt:lpwstr>
  </property>
  <property fmtid="{D5CDD505-2E9C-101B-9397-08002B2CF9AE}" pid="7" name="TemplafyTimeStamp">
    <vt:lpwstr>2025-03-20T13:12:46.0714942Z</vt:lpwstr>
  </property>
  <property fmtid="{D5CDD505-2E9C-101B-9397-08002B2CF9AE}" pid="8" name="TemplafyTenantId">
    <vt:lpwstr>ericsson</vt:lpwstr>
  </property>
  <property fmtid="{D5CDD505-2E9C-101B-9397-08002B2CF9AE}" pid="9" name="TemplafyTemplateId">
    <vt:lpwstr>637661677935531027</vt:lpwstr>
  </property>
  <property fmtid="{D5CDD505-2E9C-101B-9397-08002B2CF9AE}" pid="10" name="TemplafyUserProfileId">
    <vt:lpwstr>637731683725360034</vt:lpwstr>
  </property>
  <property fmtid="{D5CDD505-2E9C-101B-9397-08002B2CF9AE}" pid="11" name="TemplafyLanguageCode">
    <vt:lpwstr>en-US</vt:lpwstr>
  </property>
  <property fmtid="{D5CDD505-2E9C-101B-9397-08002B2CF9AE}" pid="12" name="FooterText">
    <vt:lpwstr>true</vt:lpwstr>
  </property>
  <property fmtid="{D5CDD505-2E9C-101B-9397-08002B2CF9AE}" pid="13" name="SecurityClass">
    <vt:lpwstr>Ericsson Internal</vt:lpwstr>
  </property>
  <property fmtid="{D5CDD505-2E9C-101B-9397-08002B2CF9AE}" pid="14" name="ExtConf">
    <vt:lpwstr/>
  </property>
  <property fmtid="{D5CDD505-2E9C-101B-9397-08002B2CF9AE}" pid="15" name="Prepared">
    <vt:lpwstr>EFLEDBA Fabian De Laval</vt:lpwstr>
  </property>
  <property fmtid="{D5CDD505-2E9C-101B-9397-08002B2CF9AE}" pid="16" name="ApprovedBy">
    <vt:lpwstr/>
  </property>
  <property fmtid="{D5CDD505-2E9C-101B-9397-08002B2CF9AE}" pid="17" name="DocNo">
    <vt:lpwstr> </vt:lpwstr>
  </property>
  <property fmtid="{D5CDD505-2E9C-101B-9397-08002B2CF9AE}" pid="18" name="Checked">
    <vt:lpwstr/>
  </property>
  <property fmtid="{D5CDD505-2E9C-101B-9397-08002B2CF9AE}" pid="19" name="Date">
    <vt:lpwstr>2025-05-12</vt:lpwstr>
  </property>
  <property fmtid="{D5CDD505-2E9C-101B-9397-08002B2CF9AE}" pid="20" name="Reference">
    <vt:lpwstr/>
  </property>
  <property fmtid="{D5CDD505-2E9C-101B-9397-08002B2CF9AE}" pid="21" name="Title">
    <vt:lpwstr>Redhawk Baseline Deployments</vt:lpwstr>
  </property>
  <property fmtid="{D5CDD505-2E9C-101B-9397-08002B2CF9AE}" pid="22" name="Keyword">
    <vt:lpwstr/>
  </property>
  <property fmtid="{D5CDD505-2E9C-101B-9397-08002B2CF9AE}" pid="23" name="DocumentType">
    <vt:lpwstr>Presentation2011</vt:lpwstr>
  </property>
  <property fmtid="{D5CDD505-2E9C-101B-9397-08002B2CF9AE}" pid="24" name="Language">
    <vt:lpwstr>EnglishUS</vt:lpwstr>
  </property>
  <property fmtid="{D5CDD505-2E9C-101B-9397-08002B2CF9AE}" pid="25" name="TemplateID">
    <vt:lpwstr>FALSE</vt:lpwstr>
  </property>
  <property fmtid="{D5CDD505-2E9C-101B-9397-08002B2CF9AE}" pid="26" name="ConfCtrl">
    <vt:lpwstr>FALSE</vt:lpwstr>
  </property>
  <property fmtid="{D5CDD505-2E9C-101B-9397-08002B2CF9AE}" pid="27" name="DocTitle">
    <vt:lpwstr>false</vt:lpwstr>
  </property>
  <property fmtid="{D5CDD505-2E9C-101B-9397-08002B2CF9AE}" pid="28" name="IsDocument">
    <vt:lpwstr>true</vt:lpwstr>
  </property>
  <property fmtid="{D5CDD505-2E9C-101B-9397-08002B2CF9AE}" pid="29" name="IsPresentation">
    <vt:lpwstr>false</vt:lpwstr>
  </property>
  <property fmtid="{D5CDD505-2E9C-101B-9397-08002B2CF9AE}" pid="30" name="PageNumberVisible">
    <vt:lpwstr>PageXY</vt:lpwstr>
  </property>
  <property fmtid="{D5CDD505-2E9C-101B-9397-08002B2CF9AE}" pid="31" name="Revision">
    <vt:lpwstr/>
  </property>
  <property fmtid="{D5CDD505-2E9C-101B-9397-08002B2CF9AE}" pid="32" name="DocType">
    <vt:lpwstr/>
  </property>
  <property fmtid="{D5CDD505-2E9C-101B-9397-08002B2CF9AE}" pid="33" name="TemplateVersion">
    <vt:lpwstr>R2A</vt:lpwstr>
  </property>
  <property fmtid="{D5CDD505-2E9C-101B-9397-08002B2CF9AE}" pid="34" name="PackageNo">
    <vt:lpwstr>LXA 119 603</vt:lpwstr>
  </property>
  <property fmtid="{D5CDD505-2E9C-101B-9397-08002B2CF9AE}" pid="35" name="PackageVersion">
    <vt:lpwstr>R6B</vt:lpwstr>
  </property>
  <property fmtid="{D5CDD505-2E9C-101B-9397-08002B2CF9AE}" pid="36" name="TemplateName">
    <vt:lpwstr>CXC 173 2731/1</vt:lpwstr>
  </property>
  <property fmtid="{D5CDD505-2E9C-101B-9397-08002B2CF9AE}" pid="37" name="DocNoVisible">
    <vt:lpwstr>true</vt:lpwstr>
  </property>
  <property fmtid="{D5CDD505-2E9C-101B-9397-08002B2CF9AE}" pid="38" name="ContentTypeId">
    <vt:lpwstr>0x010100B9724136FC6E80489C25817DFB9B13B2</vt:lpwstr>
  </property>
  <property fmtid="{D5CDD505-2E9C-101B-9397-08002B2CF9AE}" pid="39" name="MediaServiceImageTags">
    <vt:lpwstr/>
  </property>
</Properties>
</file>