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4"/>
  </p:normalViewPr>
  <p:slideViewPr>
    <p:cSldViewPr snapToGrid="0" snapToObjects="1">
      <p:cViewPr varScale="1">
        <p:scale>
          <a:sx n="125" d="100"/>
          <a:sy n="125" d="100"/>
        </p:scale>
        <p:origin x="17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133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766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068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733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7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20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492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32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177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8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348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45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12801"/>
            <a:ext cx="7772400" cy="2296159"/>
          </a:xfrm>
        </p:spPr>
        <p:txBody>
          <a:bodyPr>
            <a:noAutofit/>
          </a:bodyPr>
          <a:lstStyle/>
          <a:p>
            <a:r>
              <a:rPr sz="4400" dirty="0"/>
              <a:t>Applications of AI/ML Algorithms in L1/L2 Triggered Mobility (LTM) and L3 Handover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209800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dirty="0"/>
              <a:t>Literature Review Summary</a:t>
            </a:r>
          </a:p>
          <a:p>
            <a:pPr algn="ctr"/>
            <a:r>
              <a:rPr dirty="0"/>
              <a:t>Soulaimene Jaoua — MSc Computer Science, Linköping University</a:t>
            </a:r>
          </a:p>
          <a:p>
            <a:pPr algn="ctr"/>
            <a:r>
              <a:rPr dirty="0"/>
              <a:t>Master Thesis at Ericsson</a:t>
            </a:r>
          </a:p>
          <a:p>
            <a:pPr algn="ctr"/>
            <a:r>
              <a:rPr dirty="0"/>
              <a:t>Supervisors: Rida Khan (Ericsson), </a:t>
            </a:r>
            <a:r>
              <a:rPr dirty="0" err="1"/>
              <a:t>Eunjeong</a:t>
            </a:r>
            <a:r>
              <a:rPr dirty="0"/>
              <a:t> </a:t>
            </a:r>
            <a:r>
              <a:rPr dirty="0" err="1"/>
              <a:t>Jeong</a:t>
            </a:r>
            <a:r>
              <a:rPr dirty="0"/>
              <a:t> (</a:t>
            </a:r>
            <a:r>
              <a:rPr dirty="0" err="1"/>
              <a:t>LiU</a:t>
            </a:r>
            <a:r>
              <a:rPr dirty="0"/>
              <a:t>)</a:t>
            </a:r>
          </a:p>
          <a:p>
            <a:pPr algn="ctr"/>
            <a:r>
              <a:rPr dirty="0"/>
              <a:t>Examiner: Nikolaos Pappas</a:t>
            </a:r>
            <a:r>
              <a:rPr lang="sv-SE" dirty="0"/>
              <a:t> (</a:t>
            </a:r>
            <a:r>
              <a:rPr lang="sv-SE" dirty="0" err="1"/>
              <a:t>LiU</a:t>
            </a:r>
            <a:r>
              <a:rPr lang="sv-SE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Thesis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This thesis investigates the use of AI/ML techniques in mobility management.</a:t>
            </a:r>
          </a:p>
          <a:p>
            <a:r>
              <a:rPr dirty="0"/>
              <a:t>Focus areas: L3 handover (primarily in LTE)</a:t>
            </a:r>
            <a:r>
              <a:rPr lang="sv-SE" dirty="0"/>
              <a:t> and </a:t>
            </a:r>
            <a:r>
              <a:rPr lang="en-US" dirty="0"/>
              <a:t>LTM (L1/L2-triggered mobility in 5G)</a:t>
            </a:r>
            <a:r>
              <a:rPr dirty="0"/>
              <a:t>.</a:t>
            </a:r>
          </a:p>
          <a:p>
            <a:r>
              <a:rPr dirty="0"/>
              <a:t>Objective: Survey and synthesize AI/ML approaches across these layers.</a:t>
            </a:r>
          </a:p>
          <a:p>
            <a:r>
              <a:rPr dirty="0"/>
              <a:t>Deliver: A comparative understanding of existing work and research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L3 Handover (Layer 3) – Literature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AI/ML techniques are used to tune mobility parameters like TTT</a:t>
            </a:r>
            <a:r>
              <a:rPr lang="sv-SE" dirty="0"/>
              <a:t>(</a:t>
            </a:r>
            <a:r>
              <a:rPr lang="sv-SE" dirty="0" err="1"/>
              <a:t>Time</a:t>
            </a:r>
            <a:r>
              <a:rPr lang="sv-SE" dirty="0"/>
              <a:t> To Trigger)</a:t>
            </a:r>
            <a:r>
              <a:rPr dirty="0"/>
              <a:t> and hysteresis.</a:t>
            </a:r>
          </a:p>
          <a:p>
            <a:r>
              <a:rPr dirty="0"/>
              <a:t>Decision tree models support RACH and conditional HO optimization.</a:t>
            </a:r>
          </a:p>
          <a:p>
            <a:r>
              <a:rPr dirty="0"/>
              <a:t>Reinforcement learning improves mobility robustness and adapts to traffic/service types.</a:t>
            </a:r>
          </a:p>
          <a:p>
            <a:r>
              <a:rPr dirty="0"/>
              <a:t>Use cases span LTE, early 5G NSA, and heterogeneous network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LTM Mobility (L1/L2) – Literature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ML models are applied to beam prediction, failure detection, and beam switching.</a:t>
            </a:r>
          </a:p>
          <a:p>
            <a:r>
              <a:t>Approaches include supervised learning (e.g., SBP/TBP) and lightweight deep learning.</a:t>
            </a:r>
          </a:p>
          <a:p>
            <a:r>
              <a:t>RL has been used for adaptive beam tracking and low-latency recovery.</a:t>
            </a:r>
          </a:p>
          <a:p>
            <a:r>
              <a:t>AI/ML helps meet real-time requirements of LTM in dense mmWave scenarios.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Across LTM and L3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AI/ML enables predictive and adaptive mobility across both layers.</a:t>
            </a:r>
          </a:p>
          <a:p>
            <a:r>
              <a:t>LTM research emphasizes low latency and fast decision-making at physical layer.</a:t>
            </a:r>
          </a:p>
          <a:p>
            <a:r>
              <a:t>L3 focuses more on KPI optimization and long-term policy control.</a:t>
            </a:r>
          </a:p>
          <a:p>
            <a:r>
              <a:t>Few works explore joint or comparative mobility strategies across both layers.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t>Lack of unified frameworks that bridge LTM and L3 optimization.</a:t>
            </a:r>
          </a:p>
          <a:p>
            <a:r>
              <a:t>Limited comparative studies between RL and supervised methods.</a:t>
            </a:r>
          </a:p>
          <a:p>
            <a:r>
              <a:t>Most studies are simulation-based; little real-world or scalable validation.</a:t>
            </a:r>
          </a:p>
          <a:p>
            <a:r>
              <a:t>Opportunity exists for mapping AI methods to specific mobility KPIs and deployment layers.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 &amp; Framing for 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Literature demonstrates strong potential of AI/ML in mobility management.</a:t>
            </a:r>
          </a:p>
          <a:p>
            <a:r>
              <a:rPr lang="en-US" dirty="0"/>
              <a:t>Gaps exist in integration, benchmarking, and deployment feasibility.</a:t>
            </a:r>
          </a:p>
          <a:p>
            <a:r>
              <a:rPr dirty="0"/>
              <a:t>This review lays the foundation for proposing a structured framework.</a:t>
            </a:r>
          </a:p>
          <a:p>
            <a:r>
              <a:rPr dirty="0"/>
              <a:t>Next phase: Model categorization, KPI alignment, and conceptual proposal.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8060</TotalTime>
  <Words>405</Words>
  <Application>Microsoft Macintosh PowerPoint</Application>
  <PresentationFormat>On-screen Show (4:3)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Applications of AI/ML Algorithms in L1/L2 Triggered Mobility (LTM) and L3 Handover</vt:lpstr>
      <vt:lpstr>Introduction &amp; Thesis Scope</vt:lpstr>
      <vt:lpstr>L3 Handover (Layer 3) – Literature Highlights</vt:lpstr>
      <vt:lpstr>LTM Mobility (L1/L2) – Literature Highlights</vt:lpstr>
      <vt:lpstr>Insights Across LTM and L3 Layers</vt:lpstr>
      <vt:lpstr>Research Gaps Identified</vt:lpstr>
      <vt:lpstr>Conclusion &amp; Framing for Thesis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AI/ML Algorithms in L1/L2 Triggered Mobility (LTM) and L3 Handover</dc:title>
  <dc:subject/>
  <dc:creator/>
  <cp:keywords/>
  <dc:description>generated using python-pptx</dc:description>
  <cp:lastModifiedBy>Soulaimene Jaoua</cp:lastModifiedBy>
  <cp:revision>3</cp:revision>
  <dcterms:created xsi:type="dcterms:W3CDTF">2013-01-27T09:14:16Z</dcterms:created>
  <dcterms:modified xsi:type="dcterms:W3CDTF">2025-04-30T13:58:44Z</dcterms:modified>
  <cp:category/>
</cp:coreProperties>
</file>